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12" r:id="rId5"/>
    <p:sldMasterId id="214748371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y="5143500" cx="9144000"/>
  <p:notesSz cx="6858000" cy="9144000"/>
  <p:embeddedFontLst>
    <p:embeddedFont>
      <p:font typeface="Newsreader"/>
      <p:regular r:id="rId28"/>
      <p:bold r:id="rId29"/>
      <p:italic r:id="rId30"/>
      <p:boldItalic r:id="rId31"/>
    </p:embeddedFont>
    <p:embeddedFont>
      <p:font typeface="DM Sans Light"/>
      <p:regular r:id="rId32"/>
      <p:bold r:id="rId33"/>
      <p:italic r:id="rId34"/>
      <p:boldItalic r:id="rId35"/>
    </p:embeddedFont>
    <p:embeddedFont>
      <p:font typeface="DM Sans SemiBold"/>
      <p:regular r:id="rId36"/>
      <p:bold r:id="rId37"/>
      <p:italic r:id="rId38"/>
      <p:boldItalic r:id="rId39"/>
    </p:embeddedFont>
    <p:embeddedFont>
      <p:font typeface="DM Sans"/>
      <p:regular r:id="rId40"/>
      <p:bold r:id="rId41"/>
      <p:italic r:id="rId42"/>
      <p:boldItalic r:id="rId43"/>
    </p:embeddedFont>
    <p:embeddedFont>
      <p:font typeface="Newsreader SemiBold"/>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28E2A97-2A00-42B5-BC81-F925BDE94F04}">
  <a:tblStyle styleId="{628E2A97-2A00-42B5-BC81-F925BDE94F0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DMSans-regular.fntdata"/><Relationship Id="rId42" Type="http://schemas.openxmlformats.org/officeDocument/2006/relationships/font" Target="fonts/DMSans-italic.fntdata"/><Relationship Id="rId41" Type="http://schemas.openxmlformats.org/officeDocument/2006/relationships/font" Target="fonts/DMSans-bold.fntdata"/><Relationship Id="rId44" Type="http://schemas.openxmlformats.org/officeDocument/2006/relationships/font" Target="fonts/NewsreaderSemiBold-regular.fntdata"/><Relationship Id="rId43" Type="http://schemas.openxmlformats.org/officeDocument/2006/relationships/font" Target="fonts/DMSans-boldItalic.fntdata"/><Relationship Id="rId46" Type="http://schemas.openxmlformats.org/officeDocument/2006/relationships/font" Target="fonts/NewsreaderSemiBold-italic.fntdata"/><Relationship Id="rId45" Type="http://schemas.openxmlformats.org/officeDocument/2006/relationships/font" Target="fonts/NewsreaderSemiBold-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7" Type="http://schemas.openxmlformats.org/officeDocument/2006/relationships/font" Target="fonts/NewsreaderSemiBold-bold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Newsreader-boldItalic.fntdata"/><Relationship Id="rId30" Type="http://schemas.openxmlformats.org/officeDocument/2006/relationships/font" Target="fonts/Newsreader-italic.fntdata"/><Relationship Id="rId33" Type="http://schemas.openxmlformats.org/officeDocument/2006/relationships/font" Target="fonts/DMSansLight-bold.fntdata"/><Relationship Id="rId32" Type="http://schemas.openxmlformats.org/officeDocument/2006/relationships/font" Target="fonts/DMSansLight-regular.fntdata"/><Relationship Id="rId35" Type="http://schemas.openxmlformats.org/officeDocument/2006/relationships/font" Target="fonts/DMSansLight-boldItalic.fntdata"/><Relationship Id="rId34" Type="http://schemas.openxmlformats.org/officeDocument/2006/relationships/font" Target="fonts/DMSansLight-italic.fntdata"/><Relationship Id="rId37" Type="http://schemas.openxmlformats.org/officeDocument/2006/relationships/font" Target="fonts/DMSansSemiBold-bold.fntdata"/><Relationship Id="rId36" Type="http://schemas.openxmlformats.org/officeDocument/2006/relationships/font" Target="fonts/DMSansSemiBold-regular.fntdata"/><Relationship Id="rId39" Type="http://schemas.openxmlformats.org/officeDocument/2006/relationships/font" Target="fonts/DMSansSemiBold-boldItalic.fntdata"/><Relationship Id="rId38" Type="http://schemas.openxmlformats.org/officeDocument/2006/relationships/font" Target="fonts/DMSansSemiBold-italic.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font" Target="fonts/Newsreader-regular.fntdata"/><Relationship Id="rId27" Type="http://schemas.openxmlformats.org/officeDocument/2006/relationships/slide" Target="slides/slide20.xml"/><Relationship Id="rId29" Type="http://schemas.openxmlformats.org/officeDocument/2006/relationships/font" Target="fonts/Newsreader-bold.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8b1e3d81fa_0_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38b1e3d81fa_0_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8b1e3d81fa_0_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38b1e3d81fa_0_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38b1e3d81fa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38b1e3d81fa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38b1e3d81fa_0_6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38b1e3d81fa_0_6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38b1e3d81fa_0_6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38b1e3d81fa_0_6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38b1e3d81fa_3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38b1e3d81fa_3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8bf1c17fc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38bf1c17fc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8b1e3d81fa_0_6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38b1e3d81fa_0_6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3ac77ff2db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3ac77ff2db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3ac77ff2dbe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4" name="Google Shape;614;g3ac77ff2dbe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3ac77ff2dbe_1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3ac77ff2dbe_1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3ac77ff2dbe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3ac77ff2dbe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ac77ff2dbe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3ac77ff2dbe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3ac77ff2dbe_1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8" name="Google Shape;648;g3ac77ff2dbe_1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ac77ff2dbe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3ac77ff2dbe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3ac77ff2dbe_1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3" name="Google Shape;663;g3ac77ff2dbe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a803d0af1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3a803d0af1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38b1e3d81fa_0_6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8" name="Google Shape;678;g38b1e3d81fa_0_6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38b1e3d81fa_0_6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7" name="Google Shape;687;g38b1e3d81fa_0_6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38b1e3d81fa_0_1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9" name="Google Shape;709;g38b1e3d81fa_0_1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only">
  <p:cSld name="BLANK_1_1_1_1">
    <p:spTree>
      <p:nvGrpSpPr>
        <p:cNvPr id="54" name="Shape 54"/>
        <p:cNvGrpSpPr/>
        <p:nvPr/>
      </p:nvGrpSpPr>
      <p:grpSpPr>
        <a:xfrm>
          <a:off x="0" y="0"/>
          <a:ext cx="0" cy="0"/>
          <a:chOff x="0" y="0"/>
          <a:chExt cx="0" cy="0"/>
        </a:xfrm>
      </p:grpSpPr>
      <p:sp>
        <p:nvSpPr>
          <p:cNvPr id="55" name="Google Shape;55;p14"/>
          <p:cNvSpPr txBox="1"/>
          <p:nvPr>
            <p:ph type="title"/>
          </p:nvPr>
        </p:nvSpPr>
        <p:spPr>
          <a:xfrm>
            <a:off x="361975" y="957403"/>
            <a:ext cx="56274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56" name="Google Shape;56;p1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57" name="Google Shape;57;p1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BLANK_1_1_1_1_3">
    <p:spTree>
      <p:nvGrpSpPr>
        <p:cNvPr id="58" name="Shape 58"/>
        <p:cNvGrpSpPr/>
        <p:nvPr/>
      </p:nvGrpSpPr>
      <p:grpSpPr>
        <a:xfrm>
          <a:off x="0" y="0"/>
          <a:ext cx="0" cy="0"/>
          <a:chOff x="0" y="0"/>
          <a:chExt cx="0" cy="0"/>
        </a:xfrm>
      </p:grpSpPr>
      <p:sp>
        <p:nvSpPr>
          <p:cNvPr id="59" name="Google Shape;59;p15"/>
          <p:cNvSpPr txBox="1"/>
          <p:nvPr>
            <p:ph type="title"/>
          </p:nvPr>
        </p:nvSpPr>
        <p:spPr>
          <a:xfrm>
            <a:off x="361975" y="957403"/>
            <a:ext cx="56274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60" name="Google Shape;60;p1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61" name="Google Shape;61;p1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62" name="Google Shape;62;p15"/>
          <p:cNvSpPr txBox="1"/>
          <p:nvPr>
            <p:ph idx="2" type="subTitle"/>
          </p:nvPr>
        </p:nvSpPr>
        <p:spPr>
          <a:xfrm>
            <a:off x="362125"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5"/>
          <p:cNvSpPr txBox="1"/>
          <p:nvPr>
            <p:ph idx="3" type="subTitle"/>
          </p:nvPr>
        </p:nvSpPr>
        <p:spPr>
          <a:xfrm>
            <a:off x="3154650"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15"/>
          <p:cNvSpPr txBox="1"/>
          <p:nvPr>
            <p:ph idx="4" type="subTitle"/>
          </p:nvPr>
        </p:nvSpPr>
        <p:spPr>
          <a:xfrm>
            <a:off x="6216650"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15"/>
          <p:cNvSpPr txBox="1"/>
          <p:nvPr>
            <p:ph idx="5" type="subTitle"/>
          </p:nvPr>
        </p:nvSpPr>
        <p:spPr>
          <a:xfrm>
            <a:off x="362125" y="2206700"/>
            <a:ext cx="2575800" cy="12483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eyebrow ">
  <p:cSld name="BLANK_1_1_1_1_2_1">
    <p:spTree>
      <p:nvGrpSpPr>
        <p:cNvPr id="66" name="Shape 66"/>
        <p:cNvGrpSpPr/>
        <p:nvPr/>
      </p:nvGrpSpPr>
      <p:grpSpPr>
        <a:xfrm>
          <a:off x="0" y="0"/>
          <a:ext cx="0" cy="0"/>
          <a:chOff x="0" y="0"/>
          <a:chExt cx="0" cy="0"/>
        </a:xfrm>
      </p:grpSpPr>
      <p:sp>
        <p:nvSpPr>
          <p:cNvPr id="67" name="Google Shape;67;p1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6"/>
          <p:cNvSpPr txBox="1"/>
          <p:nvPr>
            <p:ph type="title"/>
          </p:nvPr>
        </p:nvSpPr>
        <p:spPr>
          <a:xfrm>
            <a:off x="361975" y="988557"/>
            <a:ext cx="50184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69" name="Google Shape;69;p16"/>
          <p:cNvSpPr txBox="1"/>
          <p:nvPr>
            <p:ph idx="1"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6"/>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p:cSld name="BLANK_1_1_1_1_1_1_1_1_1_1_1">
    <p:bg>
      <p:bgPr>
        <a:solidFill>
          <a:schemeClr val="lt1"/>
        </a:solidFill>
      </p:bgPr>
    </p:bg>
    <p:spTree>
      <p:nvGrpSpPr>
        <p:cNvPr id="71" name="Shape 71"/>
        <p:cNvGrpSpPr/>
        <p:nvPr/>
      </p:nvGrpSpPr>
      <p:grpSpPr>
        <a:xfrm>
          <a:off x="0" y="0"/>
          <a:ext cx="0" cy="0"/>
          <a:chOff x="0" y="0"/>
          <a:chExt cx="0" cy="0"/>
        </a:xfrm>
      </p:grpSpPr>
      <p:sp>
        <p:nvSpPr>
          <p:cNvPr id="72" name="Google Shape;72;p17"/>
          <p:cNvSpPr txBox="1"/>
          <p:nvPr>
            <p:ph idx="1" type="subTitle"/>
          </p:nvPr>
        </p:nvSpPr>
        <p:spPr>
          <a:xfrm>
            <a:off x="361975" y="2841984"/>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3" name="Google Shape;73;p17"/>
          <p:cNvSpPr txBox="1"/>
          <p:nvPr>
            <p:ph type="title"/>
          </p:nvPr>
        </p:nvSpPr>
        <p:spPr>
          <a:xfrm>
            <a:off x="361975" y="962100"/>
            <a:ext cx="4163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74" name="Google Shape;74;p1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75" name="Google Shape;75;p17"/>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6" name="Google Shape;76;p17"/>
          <p:cNvSpPr txBox="1"/>
          <p:nvPr>
            <p:ph idx="3" type="subTitle"/>
          </p:nvPr>
        </p:nvSpPr>
        <p:spPr>
          <a:xfrm>
            <a:off x="4909675" y="2841984"/>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7" name="Google Shape;77;p17"/>
          <p:cNvSpPr txBox="1"/>
          <p:nvPr>
            <p:ph idx="4" type="subTitle"/>
          </p:nvPr>
        </p:nvSpPr>
        <p:spPr>
          <a:xfrm>
            <a:off x="361975" y="3493626"/>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8" name="Google Shape;78;p17"/>
          <p:cNvSpPr txBox="1"/>
          <p:nvPr>
            <p:ph idx="5" type="subTitle"/>
          </p:nvPr>
        </p:nvSpPr>
        <p:spPr>
          <a:xfrm>
            <a:off x="4909675" y="3493626"/>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9" name="Google Shape;79;p17"/>
          <p:cNvSpPr txBox="1"/>
          <p:nvPr>
            <p:ph idx="6" type="subTitle"/>
          </p:nvPr>
        </p:nvSpPr>
        <p:spPr>
          <a:xfrm>
            <a:off x="361975" y="4145267"/>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80" name="Google Shape;80;p17"/>
          <p:cNvSpPr txBox="1"/>
          <p:nvPr>
            <p:ph idx="7" type="subTitle"/>
          </p:nvPr>
        </p:nvSpPr>
        <p:spPr>
          <a:xfrm>
            <a:off x="4909675" y="4145267"/>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p:cSld name="BLANK_1_1_1_1_1_1_1_1_1_1_1_1_1_1_2">
    <p:bg>
      <p:bgPr>
        <a:solidFill>
          <a:schemeClr val="accent6"/>
        </a:solidFill>
      </p:bgPr>
    </p:bg>
    <p:spTree>
      <p:nvGrpSpPr>
        <p:cNvPr id="81" name="Shape 81"/>
        <p:cNvGrpSpPr/>
        <p:nvPr/>
      </p:nvGrpSpPr>
      <p:grpSpPr>
        <a:xfrm>
          <a:off x="0" y="0"/>
          <a:ext cx="0" cy="0"/>
          <a:chOff x="0" y="0"/>
          <a:chExt cx="0" cy="0"/>
        </a:xfrm>
      </p:grpSpPr>
      <p:sp>
        <p:nvSpPr>
          <p:cNvPr id="82" name="Google Shape;82;p1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u="sng"/>
          </a:p>
        </p:txBody>
      </p:sp>
      <p:sp>
        <p:nvSpPr>
          <p:cNvPr id="83" name="Google Shape;83;p1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18"/>
          <p:cNvSpPr txBox="1"/>
          <p:nvPr>
            <p:ph idx="2" type="body"/>
          </p:nvPr>
        </p:nvSpPr>
        <p:spPr>
          <a:xfrm>
            <a:off x="4845475" y="1361028"/>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85" name="Google Shape;85;p18"/>
          <p:cNvSpPr txBox="1"/>
          <p:nvPr>
            <p:ph idx="3" type="subTitle"/>
          </p:nvPr>
        </p:nvSpPr>
        <p:spPr>
          <a:xfrm>
            <a:off x="4845475" y="102837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86" name="Google Shape;86;p18"/>
          <p:cNvSpPr txBox="1"/>
          <p:nvPr>
            <p:ph idx="4" type="body"/>
          </p:nvPr>
        </p:nvSpPr>
        <p:spPr>
          <a:xfrm>
            <a:off x="4845475" y="2595865"/>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87" name="Google Shape;87;p18"/>
          <p:cNvSpPr txBox="1"/>
          <p:nvPr>
            <p:ph idx="5" type="subTitle"/>
          </p:nvPr>
        </p:nvSpPr>
        <p:spPr>
          <a:xfrm>
            <a:off x="4845475" y="2263215"/>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88" name="Google Shape;88;p18"/>
          <p:cNvSpPr txBox="1"/>
          <p:nvPr>
            <p:ph idx="6" type="body"/>
          </p:nvPr>
        </p:nvSpPr>
        <p:spPr>
          <a:xfrm>
            <a:off x="4845475" y="3870078"/>
            <a:ext cx="3382500" cy="4314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89" name="Google Shape;89;p18"/>
          <p:cNvSpPr txBox="1"/>
          <p:nvPr>
            <p:ph idx="7" type="subTitle"/>
          </p:nvPr>
        </p:nvSpPr>
        <p:spPr>
          <a:xfrm>
            <a:off x="4845475" y="3537427"/>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90" name="Google Shape;90;p18"/>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91" name="Google Shape;91;p18"/>
          <p:cNvSpPr txBox="1"/>
          <p:nvPr>
            <p:ph idx="8"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 Alt 1">
  <p:cSld name="BLANK_1_1_1_1_1_1_1_1_1_1_1_1_1_1_2_2">
    <p:bg>
      <p:bgPr>
        <a:solidFill>
          <a:schemeClr val="accent6"/>
        </a:solidFill>
      </p:bgPr>
    </p:bg>
    <p:spTree>
      <p:nvGrpSpPr>
        <p:cNvPr id="92" name="Shape 92"/>
        <p:cNvGrpSpPr/>
        <p:nvPr/>
      </p:nvGrpSpPr>
      <p:grpSpPr>
        <a:xfrm>
          <a:off x="0" y="0"/>
          <a:ext cx="0" cy="0"/>
          <a:chOff x="0" y="0"/>
          <a:chExt cx="0" cy="0"/>
        </a:xfrm>
      </p:grpSpPr>
      <p:sp>
        <p:nvSpPr>
          <p:cNvPr id="93" name="Google Shape;93;p19"/>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19"/>
          <p:cNvSpPr txBox="1"/>
          <p:nvPr>
            <p:ph idx="2" type="body"/>
          </p:nvPr>
        </p:nvSpPr>
        <p:spPr>
          <a:xfrm>
            <a:off x="4845475" y="998689"/>
            <a:ext cx="3382500" cy="587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95" name="Google Shape;95;p19"/>
          <p:cNvSpPr txBox="1"/>
          <p:nvPr>
            <p:ph idx="3" type="subTitle"/>
          </p:nvPr>
        </p:nvSpPr>
        <p:spPr>
          <a:xfrm>
            <a:off x="4845475" y="666041"/>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96" name="Google Shape;96;p19"/>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97" name="Google Shape;97;p19"/>
          <p:cNvSpPr txBox="1"/>
          <p:nvPr>
            <p:ph idx="4"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19"/>
          <p:cNvSpPr txBox="1"/>
          <p:nvPr>
            <p:ph idx="5" type="body"/>
          </p:nvPr>
        </p:nvSpPr>
        <p:spPr>
          <a:xfrm>
            <a:off x="4845475" y="3927439"/>
            <a:ext cx="3382500" cy="587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99" name="Google Shape;99;p19"/>
          <p:cNvSpPr txBox="1"/>
          <p:nvPr>
            <p:ph idx="6" type="subTitle"/>
          </p:nvPr>
        </p:nvSpPr>
        <p:spPr>
          <a:xfrm>
            <a:off x="4845475" y="3594791"/>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00" name="Google Shape;100;p19"/>
          <p:cNvSpPr txBox="1"/>
          <p:nvPr>
            <p:ph idx="7" type="body"/>
          </p:nvPr>
        </p:nvSpPr>
        <p:spPr>
          <a:xfrm>
            <a:off x="4845475" y="2431037"/>
            <a:ext cx="3382500" cy="5877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101" name="Google Shape;101;p19"/>
          <p:cNvSpPr txBox="1"/>
          <p:nvPr>
            <p:ph idx="8" type="subTitle"/>
          </p:nvPr>
        </p:nvSpPr>
        <p:spPr>
          <a:xfrm>
            <a:off x="4845475" y="2098390"/>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02" name="Google Shape;102;p19"/>
          <p:cNvSpPr txBox="1"/>
          <p:nvPr>
            <p:ph idx="9" type="body"/>
          </p:nvPr>
        </p:nvSpPr>
        <p:spPr>
          <a:xfrm>
            <a:off x="356100" y="3243900"/>
            <a:ext cx="2798700" cy="13344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Dark">
  <p:cSld name="BLANK_1_1_1_1_1_1_1_1_1_1_1_1_1_1_2_1">
    <p:bg>
      <p:bgPr>
        <a:solidFill>
          <a:schemeClr val="lt1"/>
        </a:solidFill>
      </p:bgPr>
    </p:bg>
    <p:spTree>
      <p:nvGrpSpPr>
        <p:cNvPr id="103" name="Shape 103"/>
        <p:cNvGrpSpPr/>
        <p:nvPr/>
      </p:nvGrpSpPr>
      <p:grpSpPr>
        <a:xfrm>
          <a:off x="0" y="0"/>
          <a:ext cx="0" cy="0"/>
          <a:chOff x="0" y="0"/>
          <a:chExt cx="0" cy="0"/>
        </a:xfrm>
      </p:grpSpPr>
      <p:sp>
        <p:nvSpPr>
          <p:cNvPr id="104" name="Google Shape;104;p2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20"/>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06" name="Google Shape;106;p20"/>
          <p:cNvSpPr txBox="1"/>
          <p:nvPr>
            <p:ph idx="2" type="body"/>
          </p:nvPr>
        </p:nvSpPr>
        <p:spPr>
          <a:xfrm>
            <a:off x="4845475" y="1361028"/>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07" name="Google Shape;107;p20"/>
          <p:cNvSpPr txBox="1"/>
          <p:nvPr>
            <p:ph idx="3" type="subTitle"/>
          </p:nvPr>
        </p:nvSpPr>
        <p:spPr>
          <a:xfrm>
            <a:off x="4845475" y="102837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08" name="Google Shape;108;p20"/>
          <p:cNvSpPr txBox="1"/>
          <p:nvPr>
            <p:ph idx="4" type="body"/>
          </p:nvPr>
        </p:nvSpPr>
        <p:spPr>
          <a:xfrm>
            <a:off x="4845475" y="2595865"/>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09" name="Google Shape;109;p20"/>
          <p:cNvSpPr txBox="1"/>
          <p:nvPr>
            <p:ph idx="5" type="subTitle"/>
          </p:nvPr>
        </p:nvSpPr>
        <p:spPr>
          <a:xfrm>
            <a:off x="4845475" y="2263215"/>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10" name="Google Shape;110;p20"/>
          <p:cNvSpPr txBox="1"/>
          <p:nvPr>
            <p:ph idx="6" type="body"/>
          </p:nvPr>
        </p:nvSpPr>
        <p:spPr>
          <a:xfrm>
            <a:off x="4845475" y="3870078"/>
            <a:ext cx="3382500" cy="4314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Font typeface="DM Sans"/>
              <a:buChar char="●"/>
              <a:defRPr sz="1000"/>
            </a:lvl1pPr>
            <a:lvl2pPr indent="-292100" lvl="1" marL="914400">
              <a:lnSpc>
                <a:spcPct val="100000"/>
              </a:lnSpc>
              <a:spcBef>
                <a:spcPts val="800"/>
              </a:spcBef>
              <a:spcAft>
                <a:spcPts val="0"/>
              </a:spcAft>
              <a:buSzPts val="1000"/>
              <a:buFont typeface="DM Sans"/>
              <a:buChar char="○"/>
              <a:defRPr sz="1000"/>
            </a:lvl2pPr>
            <a:lvl3pPr indent="-292100" lvl="2" marL="1371600">
              <a:lnSpc>
                <a:spcPct val="100000"/>
              </a:lnSpc>
              <a:spcBef>
                <a:spcPts val="800"/>
              </a:spcBef>
              <a:spcAft>
                <a:spcPts val="0"/>
              </a:spcAft>
              <a:buSzPts val="1000"/>
              <a:buFont typeface="DM Sans"/>
              <a:buChar char="■"/>
              <a:defRPr sz="1000"/>
            </a:lvl3pPr>
            <a:lvl4pPr indent="-292100" lvl="3" marL="1828800">
              <a:lnSpc>
                <a:spcPct val="100000"/>
              </a:lnSpc>
              <a:spcBef>
                <a:spcPts val="800"/>
              </a:spcBef>
              <a:spcAft>
                <a:spcPts val="0"/>
              </a:spcAft>
              <a:buSzPts val="1000"/>
              <a:buFont typeface="DM Sans"/>
              <a:buChar char="●"/>
              <a:defRPr sz="1000"/>
            </a:lvl4pPr>
            <a:lvl5pPr indent="-292100" lvl="4" marL="2286000">
              <a:lnSpc>
                <a:spcPct val="100000"/>
              </a:lnSpc>
              <a:spcBef>
                <a:spcPts val="800"/>
              </a:spcBef>
              <a:spcAft>
                <a:spcPts val="0"/>
              </a:spcAft>
              <a:buSzPts val="1000"/>
              <a:buFont typeface="DM Sans"/>
              <a:buChar char="○"/>
              <a:defRPr sz="1000"/>
            </a:lvl5pPr>
            <a:lvl6pPr indent="-292100" lvl="5" marL="2743200">
              <a:lnSpc>
                <a:spcPct val="100000"/>
              </a:lnSpc>
              <a:spcBef>
                <a:spcPts val="800"/>
              </a:spcBef>
              <a:spcAft>
                <a:spcPts val="0"/>
              </a:spcAft>
              <a:buSzPts val="1000"/>
              <a:buFont typeface="DM Sans"/>
              <a:buChar char="■"/>
              <a:defRPr sz="1000"/>
            </a:lvl6pPr>
            <a:lvl7pPr indent="-292100" lvl="6" marL="3200400">
              <a:lnSpc>
                <a:spcPct val="100000"/>
              </a:lnSpc>
              <a:spcBef>
                <a:spcPts val="800"/>
              </a:spcBef>
              <a:spcAft>
                <a:spcPts val="0"/>
              </a:spcAft>
              <a:buSzPts val="1000"/>
              <a:buFont typeface="DM Sans"/>
              <a:buChar char="●"/>
              <a:defRPr sz="1000"/>
            </a:lvl7pPr>
            <a:lvl8pPr indent="-292100" lvl="7" marL="3657600">
              <a:lnSpc>
                <a:spcPct val="100000"/>
              </a:lnSpc>
              <a:spcBef>
                <a:spcPts val="800"/>
              </a:spcBef>
              <a:spcAft>
                <a:spcPts val="0"/>
              </a:spcAft>
              <a:buSzPts val="1000"/>
              <a:buFont typeface="DM Sans"/>
              <a:buChar char="○"/>
              <a:defRPr sz="1000"/>
            </a:lvl8pPr>
            <a:lvl9pPr indent="-292100" lvl="8" marL="4114800">
              <a:lnSpc>
                <a:spcPct val="100000"/>
              </a:lnSpc>
              <a:spcBef>
                <a:spcPts val="800"/>
              </a:spcBef>
              <a:spcAft>
                <a:spcPts val="800"/>
              </a:spcAft>
              <a:buSzPts val="1000"/>
              <a:buFont typeface="DM Sans"/>
              <a:buChar char="■"/>
              <a:defRPr sz="1000"/>
            </a:lvl9pPr>
          </a:lstStyle>
          <a:p/>
        </p:txBody>
      </p:sp>
      <p:sp>
        <p:nvSpPr>
          <p:cNvPr id="111" name="Google Shape;111;p20"/>
          <p:cNvSpPr txBox="1"/>
          <p:nvPr>
            <p:ph idx="7" type="subTitle"/>
          </p:nvPr>
        </p:nvSpPr>
        <p:spPr>
          <a:xfrm>
            <a:off x="4845475" y="353742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12" name="Google Shape;112;p20"/>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113" name="Google Shape;113;p20"/>
          <p:cNvSpPr txBox="1"/>
          <p:nvPr>
            <p:ph idx="8"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four big ideas">
  <p:cSld name="BLANK_1_1_1_1_1_1_1_1_1_1_1_1_1_1_1">
    <p:bg>
      <p:bgPr>
        <a:solidFill>
          <a:schemeClr val="lt1"/>
        </a:solidFill>
      </p:bgPr>
    </p:bg>
    <p:spTree>
      <p:nvGrpSpPr>
        <p:cNvPr id="114" name="Shape 114"/>
        <p:cNvGrpSpPr/>
        <p:nvPr/>
      </p:nvGrpSpPr>
      <p:grpSpPr>
        <a:xfrm>
          <a:off x="0" y="0"/>
          <a:ext cx="0" cy="0"/>
          <a:chOff x="0" y="0"/>
          <a:chExt cx="0" cy="0"/>
        </a:xfrm>
      </p:grpSpPr>
      <p:sp>
        <p:nvSpPr>
          <p:cNvPr id="115" name="Google Shape;115;p21"/>
          <p:cNvSpPr txBox="1"/>
          <p:nvPr>
            <p:ph idx="1" type="body"/>
          </p:nvPr>
        </p:nvSpPr>
        <p:spPr>
          <a:xfrm>
            <a:off x="2610420"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16" name="Google Shape;116;p21"/>
          <p:cNvSpPr txBox="1"/>
          <p:nvPr>
            <p:ph idx="2" type="subTitle"/>
          </p:nvPr>
        </p:nvSpPr>
        <p:spPr>
          <a:xfrm>
            <a:off x="2610418" y="2169054"/>
            <a:ext cx="16458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17" name="Google Shape;117;p2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18" name="Google Shape;118;p21"/>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9" name="Google Shape;119;p21"/>
          <p:cNvSpPr txBox="1"/>
          <p:nvPr>
            <p:ph idx="4" type="body"/>
          </p:nvPr>
        </p:nvSpPr>
        <p:spPr>
          <a:xfrm>
            <a:off x="4889772" y="2943375"/>
            <a:ext cx="1645800" cy="16080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120" name="Google Shape;120;p21"/>
          <p:cNvSpPr txBox="1"/>
          <p:nvPr>
            <p:ph idx="5" type="subTitle"/>
          </p:nvPr>
        </p:nvSpPr>
        <p:spPr>
          <a:xfrm>
            <a:off x="4889774" y="2169054"/>
            <a:ext cx="1645800" cy="452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21" name="Google Shape;121;p21"/>
          <p:cNvSpPr txBox="1"/>
          <p:nvPr>
            <p:ph idx="6" type="body"/>
          </p:nvPr>
        </p:nvSpPr>
        <p:spPr>
          <a:xfrm>
            <a:off x="7130875"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22" name="Google Shape;122;p21"/>
          <p:cNvSpPr txBox="1"/>
          <p:nvPr>
            <p:ph idx="7" type="subTitle"/>
          </p:nvPr>
        </p:nvSpPr>
        <p:spPr>
          <a:xfrm>
            <a:off x="7130874" y="2169054"/>
            <a:ext cx="16458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23" name="Google Shape;123;p21"/>
          <p:cNvSpPr txBox="1"/>
          <p:nvPr>
            <p:ph idx="8" type="body"/>
          </p:nvPr>
        </p:nvSpPr>
        <p:spPr>
          <a:xfrm>
            <a:off x="360525"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24" name="Google Shape;124;p21"/>
          <p:cNvSpPr txBox="1"/>
          <p:nvPr>
            <p:ph idx="9" type="subTitle"/>
          </p:nvPr>
        </p:nvSpPr>
        <p:spPr>
          <a:xfrm>
            <a:off x="360533" y="2169054"/>
            <a:ext cx="1645800" cy="452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25" name="Google Shape;125;p21"/>
          <p:cNvSpPr txBox="1"/>
          <p:nvPr>
            <p:ph idx="1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126" name="Google Shape;126;p21"/>
          <p:cNvSpPr txBox="1"/>
          <p:nvPr>
            <p:ph type="title"/>
          </p:nvPr>
        </p:nvSpPr>
        <p:spPr>
          <a:xfrm>
            <a:off x="1938175" y="988550"/>
            <a:ext cx="5267700" cy="587700"/>
          </a:xfrm>
          <a:prstGeom prst="rect">
            <a:avLst/>
          </a:prstGeom>
        </p:spPr>
        <p:txBody>
          <a:bodyPr anchorCtr="0" anchor="t" bIns="0" lIns="0" spcFirstLastPara="1" rIns="0" wrap="square" tIns="0">
            <a:noAutofit/>
          </a:bodyPr>
          <a:lstStyle>
            <a:lvl1pPr lvl="0" algn="ctr">
              <a:spcBef>
                <a:spcPts val="0"/>
              </a:spcBef>
              <a:spcAft>
                <a:spcPts val="0"/>
              </a:spcAft>
              <a:buNone/>
              <a:defRPr sz="2200">
                <a:solidFill>
                  <a:schemeClr val="dk1"/>
                </a:solidFill>
              </a:defRPr>
            </a:lvl1pPr>
            <a:lvl2pPr lvl="1" algn="ctr">
              <a:spcBef>
                <a:spcPts val="0"/>
              </a:spcBef>
              <a:spcAft>
                <a:spcPts val="0"/>
              </a:spcAft>
              <a:buNone/>
              <a:defRPr sz="2200">
                <a:solidFill>
                  <a:schemeClr val="dk1"/>
                </a:solidFill>
              </a:defRPr>
            </a:lvl2pPr>
            <a:lvl3pPr lvl="2" algn="ctr">
              <a:spcBef>
                <a:spcPts val="0"/>
              </a:spcBef>
              <a:spcAft>
                <a:spcPts val="0"/>
              </a:spcAft>
              <a:buNone/>
              <a:defRPr sz="2200">
                <a:solidFill>
                  <a:schemeClr val="dk1"/>
                </a:solidFill>
              </a:defRPr>
            </a:lvl3pPr>
            <a:lvl4pPr lvl="3" algn="ctr">
              <a:spcBef>
                <a:spcPts val="0"/>
              </a:spcBef>
              <a:spcAft>
                <a:spcPts val="0"/>
              </a:spcAft>
              <a:buNone/>
              <a:defRPr sz="2200">
                <a:solidFill>
                  <a:schemeClr val="dk1"/>
                </a:solidFill>
              </a:defRPr>
            </a:lvl4pPr>
            <a:lvl5pPr lvl="4" algn="ctr">
              <a:spcBef>
                <a:spcPts val="0"/>
              </a:spcBef>
              <a:spcAft>
                <a:spcPts val="0"/>
              </a:spcAft>
              <a:buNone/>
              <a:defRPr sz="2200">
                <a:solidFill>
                  <a:schemeClr val="dk1"/>
                </a:solidFill>
              </a:defRPr>
            </a:lvl5pPr>
            <a:lvl6pPr lvl="5" algn="ctr">
              <a:spcBef>
                <a:spcPts val="0"/>
              </a:spcBef>
              <a:spcAft>
                <a:spcPts val="0"/>
              </a:spcAft>
              <a:buNone/>
              <a:defRPr sz="2200">
                <a:solidFill>
                  <a:schemeClr val="dk1"/>
                </a:solidFill>
              </a:defRPr>
            </a:lvl6pPr>
            <a:lvl7pPr lvl="6" algn="ctr">
              <a:spcBef>
                <a:spcPts val="0"/>
              </a:spcBef>
              <a:spcAft>
                <a:spcPts val="0"/>
              </a:spcAft>
              <a:buNone/>
              <a:defRPr sz="2200">
                <a:solidFill>
                  <a:schemeClr val="dk1"/>
                </a:solidFill>
              </a:defRPr>
            </a:lvl7pPr>
            <a:lvl8pPr lvl="7" algn="ctr">
              <a:spcBef>
                <a:spcPts val="0"/>
              </a:spcBef>
              <a:spcAft>
                <a:spcPts val="0"/>
              </a:spcAft>
              <a:buNone/>
              <a:defRPr sz="2200">
                <a:solidFill>
                  <a:schemeClr val="dk1"/>
                </a:solidFill>
              </a:defRPr>
            </a:lvl8pPr>
            <a:lvl9pPr lvl="8" algn="ctr">
              <a:spcBef>
                <a:spcPts val="0"/>
              </a:spcBef>
              <a:spcAft>
                <a:spcPts val="0"/>
              </a:spcAft>
              <a:buNone/>
              <a:defRPr sz="2200">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ig ideas">
  <p:cSld name="BLANK_1_1_1_1_1_1_1_1_1_1_1_1_1_1_1_3">
    <p:bg>
      <p:bgPr>
        <a:solidFill>
          <a:schemeClr val="accent2"/>
        </a:solidFill>
      </p:bgPr>
    </p:bg>
    <p:spTree>
      <p:nvGrpSpPr>
        <p:cNvPr id="127" name="Shape 127"/>
        <p:cNvGrpSpPr/>
        <p:nvPr/>
      </p:nvGrpSpPr>
      <p:grpSpPr>
        <a:xfrm>
          <a:off x="0" y="0"/>
          <a:ext cx="0" cy="0"/>
          <a:chOff x="0" y="0"/>
          <a:chExt cx="0" cy="0"/>
        </a:xfrm>
      </p:grpSpPr>
      <p:sp>
        <p:nvSpPr>
          <p:cNvPr id="128" name="Google Shape;128;p2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29" name="Google Shape;129;p22"/>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 name="Google Shape;130;p22"/>
          <p:cNvSpPr txBox="1"/>
          <p:nvPr>
            <p:ph idx="2" type="body"/>
          </p:nvPr>
        </p:nvSpPr>
        <p:spPr>
          <a:xfrm>
            <a:off x="361975" y="3231275"/>
            <a:ext cx="1457400" cy="10776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lnSpc>
                <a:spcPct val="100000"/>
              </a:lnSpc>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
        <p:nvSpPr>
          <p:cNvPr id="131" name="Google Shape;131;p22"/>
          <p:cNvSpPr txBox="1"/>
          <p:nvPr>
            <p:ph idx="3" type="subTitle"/>
          </p:nvPr>
        </p:nvSpPr>
        <p:spPr>
          <a:xfrm>
            <a:off x="36197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2" name="Google Shape;132;p22"/>
          <p:cNvSpPr txBox="1"/>
          <p:nvPr>
            <p:ph idx="4"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3" name="Google Shape;133;p22"/>
          <p:cNvSpPr txBox="1"/>
          <p:nvPr>
            <p:ph type="title"/>
          </p:nvPr>
        </p:nvSpPr>
        <p:spPr>
          <a:xfrm>
            <a:off x="1938175" y="988550"/>
            <a:ext cx="5267700" cy="587700"/>
          </a:xfrm>
          <a:prstGeom prst="rect">
            <a:avLst/>
          </a:prstGeom>
        </p:spPr>
        <p:txBody>
          <a:bodyPr anchorCtr="0" anchor="t" bIns="0" lIns="0" spcFirstLastPara="1" rIns="0" wrap="square" tIns="0">
            <a:noAutofit/>
          </a:bodyPr>
          <a:lstStyle>
            <a:lvl1pPr lvl="0" algn="ctr">
              <a:spcBef>
                <a:spcPts val="0"/>
              </a:spcBef>
              <a:spcAft>
                <a:spcPts val="0"/>
              </a:spcAft>
              <a:buNone/>
              <a:defRPr sz="2200"/>
            </a:lvl1pPr>
            <a:lvl2pPr lvl="1" algn="ctr">
              <a:spcBef>
                <a:spcPts val="0"/>
              </a:spcBef>
              <a:spcAft>
                <a:spcPts val="0"/>
              </a:spcAft>
              <a:buNone/>
              <a:defRPr sz="2200"/>
            </a:lvl2pPr>
            <a:lvl3pPr lvl="2" algn="ctr">
              <a:spcBef>
                <a:spcPts val="0"/>
              </a:spcBef>
              <a:spcAft>
                <a:spcPts val="0"/>
              </a:spcAft>
              <a:buNone/>
              <a:defRPr sz="2200"/>
            </a:lvl3pPr>
            <a:lvl4pPr lvl="3" algn="ctr">
              <a:spcBef>
                <a:spcPts val="0"/>
              </a:spcBef>
              <a:spcAft>
                <a:spcPts val="0"/>
              </a:spcAft>
              <a:buNone/>
              <a:defRPr sz="2200"/>
            </a:lvl4pPr>
            <a:lvl5pPr lvl="4" algn="ctr">
              <a:spcBef>
                <a:spcPts val="0"/>
              </a:spcBef>
              <a:spcAft>
                <a:spcPts val="0"/>
              </a:spcAft>
              <a:buNone/>
              <a:defRPr sz="2200"/>
            </a:lvl5pPr>
            <a:lvl6pPr lvl="5" algn="ctr">
              <a:spcBef>
                <a:spcPts val="0"/>
              </a:spcBef>
              <a:spcAft>
                <a:spcPts val="0"/>
              </a:spcAft>
              <a:buNone/>
              <a:defRPr sz="2200"/>
            </a:lvl6pPr>
            <a:lvl7pPr lvl="6" algn="ctr">
              <a:spcBef>
                <a:spcPts val="0"/>
              </a:spcBef>
              <a:spcAft>
                <a:spcPts val="0"/>
              </a:spcAft>
              <a:buNone/>
              <a:defRPr sz="2200"/>
            </a:lvl7pPr>
            <a:lvl8pPr lvl="7" algn="ctr">
              <a:spcBef>
                <a:spcPts val="0"/>
              </a:spcBef>
              <a:spcAft>
                <a:spcPts val="0"/>
              </a:spcAft>
              <a:buNone/>
              <a:defRPr sz="2200"/>
            </a:lvl8pPr>
            <a:lvl9pPr lvl="8" algn="ctr">
              <a:spcBef>
                <a:spcPts val="0"/>
              </a:spcBef>
              <a:spcAft>
                <a:spcPts val="0"/>
              </a:spcAft>
              <a:buNone/>
              <a:defRPr sz="2200"/>
            </a:lvl9pPr>
          </a:lstStyle>
          <a:p/>
        </p:txBody>
      </p:sp>
      <p:sp>
        <p:nvSpPr>
          <p:cNvPr id="134" name="Google Shape;134;p22"/>
          <p:cNvSpPr txBox="1"/>
          <p:nvPr>
            <p:ph idx="5" type="subTitle"/>
          </p:nvPr>
        </p:nvSpPr>
        <p:spPr>
          <a:xfrm>
            <a:off x="731927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5" name="Google Shape;135;p22"/>
          <p:cNvSpPr txBox="1"/>
          <p:nvPr>
            <p:ph idx="6" type="body"/>
          </p:nvPr>
        </p:nvSpPr>
        <p:spPr>
          <a:xfrm>
            <a:off x="2101300"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36" name="Google Shape;136;p22"/>
          <p:cNvSpPr txBox="1"/>
          <p:nvPr>
            <p:ph idx="7" type="body"/>
          </p:nvPr>
        </p:nvSpPr>
        <p:spPr>
          <a:xfrm>
            <a:off x="3840625"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37" name="Google Shape;137;p22"/>
          <p:cNvSpPr txBox="1"/>
          <p:nvPr>
            <p:ph idx="8" type="body"/>
          </p:nvPr>
        </p:nvSpPr>
        <p:spPr>
          <a:xfrm>
            <a:off x="5579950"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38" name="Google Shape;138;p22"/>
          <p:cNvSpPr txBox="1"/>
          <p:nvPr>
            <p:ph idx="9" type="subTitle"/>
          </p:nvPr>
        </p:nvSpPr>
        <p:spPr>
          <a:xfrm>
            <a:off x="2101300"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9" name="Google Shape;139;p22"/>
          <p:cNvSpPr txBox="1"/>
          <p:nvPr>
            <p:ph idx="13" type="subTitle"/>
          </p:nvPr>
        </p:nvSpPr>
        <p:spPr>
          <a:xfrm>
            <a:off x="384062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40" name="Google Shape;140;p22"/>
          <p:cNvSpPr txBox="1"/>
          <p:nvPr>
            <p:ph idx="14" type="subTitle"/>
          </p:nvPr>
        </p:nvSpPr>
        <p:spPr>
          <a:xfrm>
            <a:off x="5579950"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41" name="Google Shape;141;p22"/>
          <p:cNvSpPr txBox="1"/>
          <p:nvPr>
            <p:ph idx="15" type="body"/>
          </p:nvPr>
        </p:nvSpPr>
        <p:spPr>
          <a:xfrm>
            <a:off x="7319275"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_2">
    <p:bg>
      <p:bgPr>
        <a:solidFill>
          <a:schemeClr val="lt1"/>
        </a:solidFill>
      </p:bgPr>
    </p:bg>
    <p:spTree>
      <p:nvGrpSpPr>
        <p:cNvPr id="142" name="Shape 142"/>
        <p:cNvGrpSpPr/>
        <p:nvPr/>
      </p:nvGrpSpPr>
      <p:grpSpPr>
        <a:xfrm>
          <a:off x="0" y="0"/>
          <a:ext cx="0" cy="0"/>
          <a:chOff x="0" y="0"/>
          <a:chExt cx="0" cy="0"/>
        </a:xfrm>
      </p:grpSpPr>
      <p:sp>
        <p:nvSpPr>
          <p:cNvPr id="143" name="Google Shape;143;p2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44" name="Google Shape;144;p2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5" name="Google Shape;145;p23"/>
          <p:cNvSpPr txBox="1"/>
          <p:nvPr>
            <p:ph idx="2" type="body"/>
          </p:nvPr>
        </p:nvSpPr>
        <p:spPr>
          <a:xfrm>
            <a:off x="7130875"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46" name="Google Shape;146;p23"/>
          <p:cNvSpPr txBox="1"/>
          <p:nvPr>
            <p:ph idx="3" type="subTitle"/>
          </p:nvPr>
        </p:nvSpPr>
        <p:spPr>
          <a:xfrm>
            <a:off x="7130875"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47" name="Google Shape;147;p23"/>
          <p:cNvSpPr txBox="1"/>
          <p:nvPr>
            <p:ph idx="4" type="subTitle"/>
          </p:nvPr>
        </p:nvSpPr>
        <p:spPr>
          <a:xfrm>
            <a:off x="7130875"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48" name="Google Shape;148;p23"/>
          <p:cNvSpPr txBox="1"/>
          <p:nvPr>
            <p:ph idx="5" type="body"/>
          </p:nvPr>
        </p:nvSpPr>
        <p:spPr>
          <a:xfrm>
            <a:off x="4892138"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49" name="Google Shape;149;p23"/>
          <p:cNvSpPr txBox="1"/>
          <p:nvPr>
            <p:ph idx="6" type="subTitle"/>
          </p:nvPr>
        </p:nvSpPr>
        <p:spPr>
          <a:xfrm>
            <a:off x="4892138"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50" name="Google Shape;150;p23"/>
          <p:cNvSpPr txBox="1"/>
          <p:nvPr>
            <p:ph idx="7" type="subTitle"/>
          </p:nvPr>
        </p:nvSpPr>
        <p:spPr>
          <a:xfrm>
            <a:off x="4892138"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51" name="Google Shape;151;p23"/>
          <p:cNvSpPr txBox="1"/>
          <p:nvPr>
            <p:ph idx="8" type="body"/>
          </p:nvPr>
        </p:nvSpPr>
        <p:spPr>
          <a:xfrm>
            <a:off x="2607050" y="3628800"/>
            <a:ext cx="1645800" cy="6801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52" name="Google Shape;152;p23"/>
          <p:cNvSpPr txBox="1"/>
          <p:nvPr>
            <p:ph idx="9" type="subTitle"/>
          </p:nvPr>
        </p:nvSpPr>
        <p:spPr>
          <a:xfrm>
            <a:off x="2607050"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53" name="Google Shape;153;p23"/>
          <p:cNvSpPr txBox="1"/>
          <p:nvPr>
            <p:ph idx="13" type="subTitle"/>
          </p:nvPr>
        </p:nvSpPr>
        <p:spPr>
          <a:xfrm>
            <a:off x="2607050"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54" name="Google Shape;154;p23"/>
          <p:cNvSpPr txBox="1"/>
          <p:nvPr>
            <p:ph idx="14" type="body"/>
          </p:nvPr>
        </p:nvSpPr>
        <p:spPr>
          <a:xfrm>
            <a:off x="361975"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55" name="Google Shape;155;p23"/>
          <p:cNvSpPr txBox="1"/>
          <p:nvPr>
            <p:ph idx="15" type="subTitle"/>
          </p:nvPr>
        </p:nvSpPr>
        <p:spPr>
          <a:xfrm>
            <a:off x="361975"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56" name="Google Shape;156;p23"/>
          <p:cNvSpPr txBox="1"/>
          <p:nvPr>
            <p:ph idx="16" type="subTitle"/>
          </p:nvPr>
        </p:nvSpPr>
        <p:spPr>
          <a:xfrm>
            <a:off x="361975"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57" name="Google Shape;157;p23"/>
          <p:cNvSpPr txBox="1"/>
          <p:nvPr>
            <p:ph idx="17"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158" name="Google Shape;158;p23"/>
          <p:cNvSpPr txBox="1"/>
          <p:nvPr>
            <p:ph type="title"/>
          </p:nvPr>
        </p:nvSpPr>
        <p:spPr>
          <a:xfrm>
            <a:off x="1406600" y="988557"/>
            <a:ext cx="6330900" cy="5877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None/>
              <a:defRPr sz="2200">
                <a:solidFill>
                  <a:schemeClr val="dk1"/>
                </a:solidFill>
              </a:defRPr>
            </a:lvl1pPr>
            <a:lvl2pPr lvl="1" algn="ctr">
              <a:lnSpc>
                <a:spcPct val="90000"/>
              </a:lnSpc>
              <a:spcBef>
                <a:spcPts val="0"/>
              </a:spcBef>
              <a:spcAft>
                <a:spcPts val="0"/>
              </a:spcAft>
              <a:buNone/>
              <a:defRPr sz="2200">
                <a:solidFill>
                  <a:schemeClr val="dk1"/>
                </a:solidFill>
              </a:defRPr>
            </a:lvl2pPr>
            <a:lvl3pPr lvl="2" algn="ctr">
              <a:lnSpc>
                <a:spcPct val="90000"/>
              </a:lnSpc>
              <a:spcBef>
                <a:spcPts val="0"/>
              </a:spcBef>
              <a:spcAft>
                <a:spcPts val="0"/>
              </a:spcAft>
              <a:buNone/>
              <a:defRPr sz="2200">
                <a:solidFill>
                  <a:schemeClr val="dk1"/>
                </a:solidFill>
              </a:defRPr>
            </a:lvl3pPr>
            <a:lvl4pPr lvl="3" algn="ctr">
              <a:lnSpc>
                <a:spcPct val="90000"/>
              </a:lnSpc>
              <a:spcBef>
                <a:spcPts val="0"/>
              </a:spcBef>
              <a:spcAft>
                <a:spcPts val="0"/>
              </a:spcAft>
              <a:buNone/>
              <a:defRPr sz="2200">
                <a:solidFill>
                  <a:schemeClr val="dk1"/>
                </a:solidFill>
              </a:defRPr>
            </a:lvl4pPr>
            <a:lvl5pPr lvl="4" algn="ctr">
              <a:lnSpc>
                <a:spcPct val="90000"/>
              </a:lnSpc>
              <a:spcBef>
                <a:spcPts val="0"/>
              </a:spcBef>
              <a:spcAft>
                <a:spcPts val="0"/>
              </a:spcAft>
              <a:buNone/>
              <a:defRPr sz="2200">
                <a:solidFill>
                  <a:schemeClr val="dk1"/>
                </a:solidFill>
              </a:defRPr>
            </a:lvl5pPr>
            <a:lvl6pPr lvl="5" algn="ctr">
              <a:lnSpc>
                <a:spcPct val="90000"/>
              </a:lnSpc>
              <a:spcBef>
                <a:spcPts val="0"/>
              </a:spcBef>
              <a:spcAft>
                <a:spcPts val="0"/>
              </a:spcAft>
              <a:buNone/>
              <a:defRPr sz="2200">
                <a:solidFill>
                  <a:schemeClr val="dk1"/>
                </a:solidFill>
              </a:defRPr>
            </a:lvl6pPr>
            <a:lvl7pPr lvl="6" algn="ctr">
              <a:lnSpc>
                <a:spcPct val="90000"/>
              </a:lnSpc>
              <a:spcBef>
                <a:spcPts val="0"/>
              </a:spcBef>
              <a:spcAft>
                <a:spcPts val="0"/>
              </a:spcAft>
              <a:buNone/>
              <a:defRPr sz="2200">
                <a:solidFill>
                  <a:schemeClr val="dk1"/>
                </a:solidFill>
              </a:defRPr>
            </a:lvl7pPr>
            <a:lvl8pPr lvl="7" algn="ctr">
              <a:lnSpc>
                <a:spcPct val="90000"/>
              </a:lnSpc>
              <a:spcBef>
                <a:spcPts val="0"/>
              </a:spcBef>
              <a:spcAft>
                <a:spcPts val="0"/>
              </a:spcAft>
              <a:buNone/>
              <a:defRPr sz="2200">
                <a:solidFill>
                  <a:schemeClr val="dk1"/>
                </a:solidFill>
              </a:defRPr>
            </a:lvl8pPr>
            <a:lvl9pPr lvl="8" algn="ctr">
              <a:lnSpc>
                <a:spcPct val="90000"/>
              </a:lnSpc>
              <a:spcBef>
                <a:spcPts val="0"/>
              </a:spcBef>
              <a:spcAft>
                <a:spcPts val="0"/>
              </a:spcAft>
              <a:buNone/>
              <a:defRPr sz="2200">
                <a:solidFill>
                  <a:schemeClr val="dk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USTOM_7_1_1_1_1_1_1_1_1_1_1_1_1_1_1_1_1">
    <p:bg>
      <p:bgPr>
        <a:solidFill>
          <a:schemeClr val="lt1"/>
        </a:solidFill>
      </p:bgPr>
    </p:bg>
    <p:spTree>
      <p:nvGrpSpPr>
        <p:cNvPr id="159" name="Shape 159"/>
        <p:cNvGrpSpPr/>
        <p:nvPr/>
      </p:nvGrpSpPr>
      <p:grpSpPr>
        <a:xfrm>
          <a:off x="0" y="0"/>
          <a:ext cx="0" cy="0"/>
          <a:chOff x="0" y="0"/>
          <a:chExt cx="0" cy="0"/>
        </a:xfrm>
      </p:grpSpPr>
      <p:sp>
        <p:nvSpPr>
          <p:cNvPr id="160" name="Google Shape;160;p24"/>
          <p:cNvSpPr/>
          <p:nvPr>
            <p:ph idx="2" type="pic"/>
          </p:nvPr>
        </p:nvSpPr>
        <p:spPr>
          <a:xfrm>
            <a:off x="4587725" y="-8750"/>
            <a:ext cx="4572000" cy="5152200"/>
          </a:xfrm>
          <a:prstGeom prst="rect">
            <a:avLst/>
          </a:prstGeom>
          <a:noFill/>
          <a:ln>
            <a:noFill/>
          </a:ln>
        </p:spPr>
      </p:sp>
      <p:sp>
        <p:nvSpPr>
          <p:cNvPr id="161" name="Google Shape;161;p24"/>
          <p:cNvSpPr txBox="1"/>
          <p:nvPr>
            <p:ph type="title"/>
          </p:nvPr>
        </p:nvSpPr>
        <p:spPr>
          <a:xfrm>
            <a:off x="361975" y="923525"/>
            <a:ext cx="3860100" cy="587700"/>
          </a:xfrm>
          <a:prstGeom prst="rect">
            <a:avLst/>
          </a:prstGeom>
        </p:spPr>
        <p:txBody>
          <a:bodyPr anchorCtr="0" anchor="t" bIns="91425" lIns="91425" spcFirstLastPara="1" rIns="91425" wrap="square" tIns="91425">
            <a:noAutofit/>
          </a:bodyPr>
          <a:lstStyle>
            <a:lvl1pPr lvl="0" algn="ctr">
              <a:lnSpc>
                <a:spcPct val="80000"/>
              </a:lnSpc>
              <a:spcBef>
                <a:spcPts val="0"/>
              </a:spcBef>
              <a:spcAft>
                <a:spcPts val="0"/>
              </a:spcAft>
              <a:buNone/>
              <a:defRPr sz="4200">
                <a:solidFill>
                  <a:schemeClr val="dk1"/>
                </a:solidFill>
              </a:defRPr>
            </a:lvl1pPr>
            <a:lvl2pPr lvl="1" algn="ctr">
              <a:lnSpc>
                <a:spcPct val="115000"/>
              </a:lnSpc>
              <a:spcBef>
                <a:spcPts val="0"/>
              </a:spcBef>
              <a:spcAft>
                <a:spcPts val="0"/>
              </a:spcAft>
              <a:buNone/>
              <a:defRPr>
                <a:solidFill>
                  <a:schemeClr val="dk1"/>
                </a:solidFill>
              </a:defRPr>
            </a:lvl2pPr>
            <a:lvl3pPr lvl="2" algn="ctr">
              <a:lnSpc>
                <a:spcPct val="115000"/>
              </a:lnSpc>
              <a:spcBef>
                <a:spcPts val="0"/>
              </a:spcBef>
              <a:spcAft>
                <a:spcPts val="0"/>
              </a:spcAft>
              <a:buNone/>
              <a:defRPr>
                <a:solidFill>
                  <a:schemeClr val="dk1"/>
                </a:solidFill>
              </a:defRPr>
            </a:lvl3pPr>
            <a:lvl4pPr lvl="3" algn="ctr">
              <a:lnSpc>
                <a:spcPct val="115000"/>
              </a:lnSpc>
              <a:spcBef>
                <a:spcPts val="0"/>
              </a:spcBef>
              <a:spcAft>
                <a:spcPts val="0"/>
              </a:spcAft>
              <a:buNone/>
              <a:defRPr>
                <a:solidFill>
                  <a:schemeClr val="dk1"/>
                </a:solidFill>
              </a:defRPr>
            </a:lvl4pPr>
            <a:lvl5pPr lvl="4" algn="ctr">
              <a:lnSpc>
                <a:spcPct val="115000"/>
              </a:lnSpc>
              <a:spcBef>
                <a:spcPts val="0"/>
              </a:spcBef>
              <a:spcAft>
                <a:spcPts val="0"/>
              </a:spcAft>
              <a:buNone/>
              <a:defRPr>
                <a:solidFill>
                  <a:schemeClr val="dk1"/>
                </a:solidFill>
              </a:defRPr>
            </a:lvl5pPr>
            <a:lvl6pPr lvl="5" algn="ctr">
              <a:lnSpc>
                <a:spcPct val="115000"/>
              </a:lnSpc>
              <a:spcBef>
                <a:spcPts val="0"/>
              </a:spcBef>
              <a:spcAft>
                <a:spcPts val="0"/>
              </a:spcAft>
              <a:buNone/>
              <a:defRPr>
                <a:solidFill>
                  <a:schemeClr val="dk1"/>
                </a:solidFill>
              </a:defRPr>
            </a:lvl6pPr>
            <a:lvl7pPr lvl="6" algn="ctr">
              <a:lnSpc>
                <a:spcPct val="115000"/>
              </a:lnSpc>
              <a:spcBef>
                <a:spcPts val="0"/>
              </a:spcBef>
              <a:spcAft>
                <a:spcPts val="0"/>
              </a:spcAft>
              <a:buNone/>
              <a:defRPr>
                <a:solidFill>
                  <a:schemeClr val="dk1"/>
                </a:solidFill>
              </a:defRPr>
            </a:lvl7pPr>
            <a:lvl8pPr lvl="7" algn="ctr">
              <a:lnSpc>
                <a:spcPct val="115000"/>
              </a:lnSpc>
              <a:spcBef>
                <a:spcPts val="0"/>
              </a:spcBef>
              <a:spcAft>
                <a:spcPts val="0"/>
              </a:spcAft>
              <a:buNone/>
              <a:defRPr>
                <a:solidFill>
                  <a:schemeClr val="dk1"/>
                </a:solidFill>
              </a:defRPr>
            </a:lvl8pPr>
            <a:lvl9pPr lvl="8" algn="ctr">
              <a:lnSpc>
                <a:spcPct val="115000"/>
              </a:lnSpc>
              <a:spcBef>
                <a:spcPts val="0"/>
              </a:spcBef>
              <a:spcAft>
                <a:spcPts val="0"/>
              </a:spcAft>
              <a:buNone/>
              <a:defRPr>
                <a:solidFill>
                  <a:schemeClr val="dk1"/>
                </a:solidFill>
              </a:defRPr>
            </a:lvl9pPr>
          </a:lstStyle>
          <a:p/>
        </p:txBody>
      </p:sp>
      <p:sp>
        <p:nvSpPr>
          <p:cNvPr id="162" name="Google Shape;162;p24"/>
          <p:cNvSpPr txBox="1"/>
          <p:nvPr>
            <p:ph idx="1" type="subTitle"/>
          </p:nvPr>
        </p:nvSpPr>
        <p:spPr>
          <a:xfrm>
            <a:off x="361975" y="255533"/>
            <a:ext cx="3860100" cy="377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Font typeface="Newsreader"/>
              <a:buNone/>
              <a:defRPr>
                <a:solidFill>
                  <a:schemeClr val="dk1"/>
                </a:solidFill>
              </a:defRPr>
            </a:lvl2pPr>
            <a:lvl3pPr lvl="2">
              <a:spcBef>
                <a:spcPts val="0"/>
              </a:spcBef>
              <a:spcAft>
                <a:spcPts val="0"/>
              </a:spcAft>
              <a:buClr>
                <a:schemeClr val="dk1"/>
              </a:buClr>
              <a:buSzPts val="1400"/>
              <a:buFont typeface="Newsreader"/>
              <a:buNone/>
              <a:defRPr>
                <a:solidFill>
                  <a:schemeClr val="dk1"/>
                </a:solidFill>
              </a:defRPr>
            </a:lvl3pPr>
            <a:lvl4pPr lvl="3">
              <a:spcBef>
                <a:spcPts val="0"/>
              </a:spcBef>
              <a:spcAft>
                <a:spcPts val="0"/>
              </a:spcAft>
              <a:buClr>
                <a:schemeClr val="dk1"/>
              </a:buClr>
              <a:buSzPts val="1400"/>
              <a:buFont typeface="Newsreader"/>
              <a:buNone/>
              <a:defRPr>
                <a:solidFill>
                  <a:schemeClr val="dk1"/>
                </a:solidFill>
              </a:defRPr>
            </a:lvl4pPr>
            <a:lvl5pPr lvl="4">
              <a:spcBef>
                <a:spcPts val="0"/>
              </a:spcBef>
              <a:spcAft>
                <a:spcPts val="0"/>
              </a:spcAft>
              <a:buClr>
                <a:schemeClr val="dk1"/>
              </a:buClr>
              <a:buSzPts val="1400"/>
              <a:buFont typeface="Newsreader"/>
              <a:buNone/>
              <a:defRPr>
                <a:solidFill>
                  <a:schemeClr val="dk1"/>
                </a:solidFill>
              </a:defRPr>
            </a:lvl5pPr>
            <a:lvl6pPr lvl="5">
              <a:spcBef>
                <a:spcPts val="0"/>
              </a:spcBef>
              <a:spcAft>
                <a:spcPts val="0"/>
              </a:spcAft>
              <a:buClr>
                <a:schemeClr val="dk1"/>
              </a:buClr>
              <a:buSzPts val="1400"/>
              <a:buFont typeface="Newsreader"/>
              <a:buNone/>
              <a:defRPr>
                <a:solidFill>
                  <a:schemeClr val="dk1"/>
                </a:solidFill>
              </a:defRPr>
            </a:lvl6pPr>
            <a:lvl7pPr lvl="6">
              <a:spcBef>
                <a:spcPts val="0"/>
              </a:spcBef>
              <a:spcAft>
                <a:spcPts val="0"/>
              </a:spcAft>
              <a:buClr>
                <a:schemeClr val="dk1"/>
              </a:buClr>
              <a:buSzPts val="1400"/>
              <a:buFont typeface="Newsreader"/>
              <a:buNone/>
              <a:defRPr>
                <a:solidFill>
                  <a:schemeClr val="dk1"/>
                </a:solidFill>
              </a:defRPr>
            </a:lvl7pPr>
            <a:lvl8pPr lvl="7">
              <a:spcBef>
                <a:spcPts val="0"/>
              </a:spcBef>
              <a:spcAft>
                <a:spcPts val="0"/>
              </a:spcAft>
              <a:buClr>
                <a:schemeClr val="dk1"/>
              </a:buClr>
              <a:buSzPts val="1400"/>
              <a:buFont typeface="Newsreader"/>
              <a:buNone/>
              <a:defRPr>
                <a:solidFill>
                  <a:schemeClr val="dk1"/>
                </a:solidFill>
              </a:defRPr>
            </a:lvl8pPr>
            <a:lvl9pPr lvl="8">
              <a:spcBef>
                <a:spcPts val="0"/>
              </a:spcBef>
              <a:spcAft>
                <a:spcPts val="0"/>
              </a:spcAft>
              <a:buClr>
                <a:schemeClr val="dk1"/>
              </a:buClr>
              <a:buSzPts val="1400"/>
              <a:buFont typeface="Newsreader"/>
              <a:buNone/>
              <a:defRPr>
                <a:solidFill>
                  <a:schemeClr val="dk1"/>
                </a:solidFill>
              </a:defRPr>
            </a:lvl9pPr>
          </a:lstStyle>
          <a:p/>
        </p:txBody>
      </p:sp>
      <p:sp>
        <p:nvSpPr>
          <p:cNvPr id="163" name="Google Shape;163;p24"/>
          <p:cNvSpPr txBox="1"/>
          <p:nvPr>
            <p:ph idx="3" type="body"/>
          </p:nvPr>
        </p:nvSpPr>
        <p:spPr>
          <a:xfrm>
            <a:off x="547575" y="3337797"/>
            <a:ext cx="3492600" cy="1327500"/>
          </a:xfrm>
          <a:prstGeom prst="rect">
            <a:avLst/>
          </a:prstGeom>
        </p:spPr>
        <p:txBody>
          <a:bodyPr anchorCtr="0" anchor="b" bIns="91425" lIns="91425" spcFirstLastPara="1" rIns="91425" wrap="square" tIns="91425">
            <a:noAutofit/>
          </a:bodyPr>
          <a:lstStyle>
            <a:lvl1pPr indent="-292100" lvl="0" marL="457200" algn="ctr">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ctr">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and Four steps">
  <p:cSld name="CUSTOM_7_1_1_1_1_1_1_1_1_1_1_1_1_1_1_1_1_1_2">
    <p:bg>
      <p:bgPr>
        <a:solidFill>
          <a:schemeClr val="lt1"/>
        </a:solidFill>
      </p:bgPr>
    </p:bg>
    <p:spTree>
      <p:nvGrpSpPr>
        <p:cNvPr id="164" name="Shape 164"/>
        <p:cNvGrpSpPr/>
        <p:nvPr/>
      </p:nvGrpSpPr>
      <p:grpSpPr>
        <a:xfrm>
          <a:off x="0" y="0"/>
          <a:ext cx="0" cy="0"/>
          <a:chOff x="0" y="0"/>
          <a:chExt cx="0" cy="0"/>
        </a:xfrm>
      </p:grpSpPr>
      <p:sp>
        <p:nvSpPr>
          <p:cNvPr id="165" name="Google Shape;165;p2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66" name="Google Shape;166;p2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67" name="Google Shape;167;p25"/>
          <p:cNvSpPr/>
          <p:nvPr/>
        </p:nvSpPr>
        <p:spPr>
          <a:xfrm>
            <a:off x="50" y="2785800"/>
            <a:ext cx="2294400" cy="23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68" name="Google Shape;168;p25"/>
          <p:cNvSpPr/>
          <p:nvPr/>
        </p:nvSpPr>
        <p:spPr>
          <a:xfrm>
            <a:off x="2286125" y="2068875"/>
            <a:ext cx="2294400" cy="30747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69" name="Google Shape;169;p25"/>
          <p:cNvSpPr/>
          <p:nvPr/>
        </p:nvSpPr>
        <p:spPr>
          <a:xfrm>
            <a:off x="4565475" y="1495326"/>
            <a:ext cx="2294400" cy="3648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70" name="Google Shape;170;p25"/>
          <p:cNvSpPr/>
          <p:nvPr/>
        </p:nvSpPr>
        <p:spPr>
          <a:xfrm>
            <a:off x="6849550" y="732775"/>
            <a:ext cx="2294400" cy="44106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71" name="Google Shape;171;p25"/>
          <p:cNvSpPr txBox="1"/>
          <p:nvPr/>
        </p:nvSpPr>
        <p:spPr>
          <a:xfrm>
            <a:off x="375350"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01</a:t>
            </a:r>
            <a:endParaRPr sz="3000">
              <a:solidFill>
                <a:schemeClr val="lt1"/>
              </a:solidFill>
              <a:latin typeface="Newsreader"/>
              <a:ea typeface="Newsreader"/>
              <a:cs typeface="Newsreader"/>
              <a:sym typeface="Newsreader"/>
            </a:endParaRPr>
          </a:p>
        </p:txBody>
      </p:sp>
      <p:sp>
        <p:nvSpPr>
          <p:cNvPr id="172" name="Google Shape;172;p25"/>
          <p:cNvSpPr txBox="1"/>
          <p:nvPr/>
        </p:nvSpPr>
        <p:spPr>
          <a:xfrm>
            <a:off x="2665113"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dk1"/>
                </a:solidFill>
                <a:latin typeface="Newsreader"/>
                <a:ea typeface="Newsreader"/>
                <a:cs typeface="Newsreader"/>
                <a:sym typeface="Newsreader"/>
              </a:rPr>
              <a:t>02</a:t>
            </a:r>
            <a:endParaRPr sz="3000">
              <a:solidFill>
                <a:schemeClr val="dk1"/>
              </a:solidFill>
              <a:latin typeface="Newsreader"/>
              <a:ea typeface="Newsreader"/>
              <a:cs typeface="Newsreader"/>
              <a:sym typeface="Newsreader"/>
            </a:endParaRPr>
          </a:p>
        </p:txBody>
      </p:sp>
      <p:sp>
        <p:nvSpPr>
          <p:cNvPr id="173" name="Google Shape;173;p25"/>
          <p:cNvSpPr txBox="1"/>
          <p:nvPr/>
        </p:nvSpPr>
        <p:spPr>
          <a:xfrm>
            <a:off x="4937688"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03</a:t>
            </a:r>
            <a:endParaRPr sz="3000">
              <a:solidFill>
                <a:schemeClr val="lt1"/>
              </a:solidFill>
              <a:latin typeface="Newsreader"/>
              <a:ea typeface="Newsreader"/>
              <a:cs typeface="Newsreader"/>
              <a:sym typeface="Newsreader"/>
            </a:endParaRPr>
          </a:p>
        </p:txBody>
      </p:sp>
      <p:sp>
        <p:nvSpPr>
          <p:cNvPr id="174" name="Google Shape;174;p25"/>
          <p:cNvSpPr txBox="1"/>
          <p:nvPr/>
        </p:nvSpPr>
        <p:spPr>
          <a:xfrm>
            <a:off x="7230513"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04</a:t>
            </a:r>
            <a:endParaRPr sz="3000">
              <a:solidFill>
                <a:schemeClr val="lt1"/>
              </a:solidFill>
              <a:latin typeface="Newsreader"/>
              <a:ea typeface="Newsreader"/>
              <a:cs typeface="Newsreader"/>
              <a:sym typeface="Newsreader"/>
            </a:endParaRPr>
          </a:p>
        </p:txBody>
      </p:sp>
      <p:sp>
        <p:nvSpPr>
          <p:cNvPr id="175" name="Google Shape;175;p25"/>
          <p:cNvSpPr txBox="1"/>
          <p:nvPr>
            <p:ph type="title"/>
          </p:nvPr>
        </p:nvSpPr>
        <p:spPr>
          <a:xfrm>
            <a:off x="361975" y="988782"/>
            <a:ext cx="3231600" cy="760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200"/>
              <a:buFont typeface="Newsreader"/>
              <a:buNone/>
              <a:defRPr sz="2200">
                <a:solidFill>
                  <a:schemeClr val="dk1"/>
                </a:solidFill>
              </a:defRPr>
            </a:lvl1pPr>
            <a:lvl2pPr lvl="1">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2pPr>
            <a:lvl3pPr lvl="2">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3pPr>
            <a:lvl4pPr lvl="3">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4pPr>
            <a:lvl5pPr lvl="4">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5pPr>
            <a:lvl6pPr lvl="5">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6pPr>
            <a:lvl7pPr lvl="6">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7pPr>
            <a:lvl8pPr lvl="7">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8pPr>
            <a:lvl9pPr lvl="8">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9pPr>
          </a:lstStyle>
          <a:p/>
        </p:txBody>
      </p:sp>
      <p:sp>
        <p:nvSpPr>
          <p:cNvPr id="176" name="Google Shape;176;p25"/>
          <p:cNvSpPr txBox="1"/>
          <p:nvPr>
            <p:ph idx="2" type="subTitle"/>
          </p:nvPr>
        </p:nvSpPr>
        <p:spPr>
          <a:xfrm>
            <a:off x="382691" y="3129231"/>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7" name="Google Shape;177;p25"/>
          <p:cNvSpPr txBox="1"/>
          <p:nvPr>
            <p:ph idx="3" type="subTitle"/>
          </p:nvPr>
        </p:nvSpPr>
        <p:spPr>
          <a:xfrm>
            <a:off x="377048" y="3344302"/>
            <a:ext cx="1689600" cy="9690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78" name="Google Shape;178;p25"/>
          <p:cNvSpPr txBox="1"/>
          <p:nvPr>
            <p:ph idx="4" type="subTitle"/>
          </p:nvPr>
        </p:nvSpPr>
        <p:spPr>
          <a:xfrm>
            <a:off x="2671462" y="2450249"/>
            <a:ext cx="12573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9" name="Google Shape;179;p25"/>
          <p:cNvSpPr txBox="1"/>
          <p:nvPr>
            <p:ph idx="5" type="subTitle"/>
          </p:nvPr>
        </p:nvSpPr>
        <p:spPr>
          <a:xfrm>
            <a:off x="2665825" y="2665171"/>
            <a:ext cx="1689600" cy="1423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80" name="Google Shape;180;p25"/>
          <p:cNvSpPr txBox="1"/>
          <p:nvPr>
            <p:ph idx="6" type="subTitle"/>
          </p:nvPr>
        </p:nvSpPr>
        <p:spPr>
          <a:xfrm>
            <a:off x="4943337" y="1884672"/>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 name="Google Shape;181;p25"/>
          <p:cNvSpPr txBox="1"/>
          <p:nvPr>
            <p:ph idx="7" type="subTitle"/>
          </p:nvPr>
        </p:nvSpPr>
        <p:spPr>
          <a:xfrm>
            <a:off x="4937700" y="2099593"/>
            <a:ext cx="1689600" cy="16206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82" name="Google Shape;182;p25"/>
          <p:cNvSpPr txBox="1"/>
          <p:nvPr>
            <p:ph idx="8" type="subTitle"/>
          </p:nvPr>
        </p:nvSpPr>
        <p:spPr>
          <a:xfrm>
            <a:off x="7238787" y="1057472"/>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3" name="Google Shape;183;p25"/>
          <p:cNvSpPr txBox="1"/>
          <p:nvPr>
            <p:ph idx="9" type="subTitle"/>
          </p:nvPr>
        </p:nvSpPr>
        <p:spPr>
          <a:xfrm>
            <a:off x="7233150" y="1272358"/>
            <a:ext cx="1689600" cy="21960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Light">
  <p:cSld name="CUSTOM_7_1_1_1_1_1_1_1_1_1_1_1_1_1_1_1_1_1_1_1">
    <p:spTree>
      <p:nvGrpSpPr>
        <p:cNvPr id="184" name="Shape 184"/>
        <p:cNvGrpSpPr/>
        <p:nvPr/>
      </p:nvGrpSpPr>
      <p:grpSpPr>
        <a:xfrm>
          <a:off x="0" y="0"/>
          <a:ext cx="0" cy="0"/>
          <a:chOff x="0" y="0"/>
          <a:chExt cx="0" cy="0"/>
        </a:xfrm>
      </p:grpSpPr>
      <p:sp>
        <p:nvSpPr>
          <p:cNvPr id="185" name="Google Shape;185;p2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86" name="Google Shape;186;p2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7" name="Google Shape;187;p26"/>
          <p:cNvSpPr txBox="1"/>
          <p:nvPr>
            <p:ph type="title"/>
          </p:nvPr>
        </p:nvSpPr>
        <p:spPr>
          <a:xfrm>
            <a:off x="1453650" y="1325938"/>
            <a:ext cx="6236700" cy="2011800"/>
          </a:xfrm>
          <a:prstGeom prst="rect">
            <a:avLst/>
          </a:prstGeom>
        </p:spPr>
        <p:txBody>
          <a:bodyPr anchorCtr="0" anchor="t" bIns="0" lIns="0" spcFirstLastPara="1" rIns="0" wrap="square" tIns="0">
            <a:noAutofit/>
          </a:bodyPr>
          <a:lstStyle>
            <a:lvl1pPr lvl="0">
              <a:spcBef>
                <a:spcPts val="0"/>
              </a:spcBef>
              <a:spcAft>
                <a:spcPts val="0"/>
              </a:spcAft>
              <a:buNone/>
              <a:defRPr sz="2500"/>
            </a:lvl1pPr>
            <a:lvl2pPr lvl="1">
              <a:spcBef>
                <a:spcPts val="0"/>
              </a:spcBef>
              <a:spcAft>
                <a:spcPts val="0"/>
              </a:spcAft>
              <a:buNone/>
              <a:defRPr sz="2500"/>
            </a:lvl2pPr>
            <a:lvl3pPr lvl="2">
              <a:spcBef>
                <a:spcPts val="0"/>
              </a:spcBef>
              <a:spcAft>
                <a:spcPts val="0"/>
              </a:spcAft>
              <a:buNone/>
              <a:defRPr sz="2500"/>
            </a:lvl3pPr>
            <a:lvl4pPr lvl="3">
              <a:spcBef>
                <a:spcPts val="0"/>
              </a:spcBef>
              <a:spcAft>
                <a:spcPts val="0"/>
              </a:spcAft>
              <a:buNone/>
              <a:defRPr sz="2500"/>
            </a:lvl4pPr>
            <a:lvl5pPr lvl="4">
              <a:spcBef>
                <a:spcPts val="0"/>
              </a:spcBef>
              <a:spcAft>
                <a:spcPts val="0"/>
              </a:spcAft>
              <a:buNone/>
              <a:defRPr sz="2500"/>
            </a:lvl5pPr>
            <a:lvl6pPr lvl="5">
              <a:spcBef>
                <a:spcPts val="0"/>
              </a:spcBef>
              <a:spcAft>
                <a:spcPts val="0"/>
              </a:spcAft>
              <a:buNone/>
              <a:defRPr sz="2500"/>
            </a:lvl6pPr>
            <a:lvl7pPr lvl="6">
              <a:spcBef>
                <a:spcPts val="0"/>
              </a:spcBef>
              <a:spcAft>
                <a:spcPts val="0"/>
              </a:spcAft>
              <a:buNone/>
              <a:defRPr sz="2500"/>
            </a:lvl7pPr>
            <a:lvl8pPr lvl="7">
              <a:spcBef>
                <a:spcPts val="0"/>
              </a:spcBef>
              <a:spcAft>
                <a:spcPts val="0"/>
              </a:spcAft>
              <a:buNone/>
              <a:defRPr sz="2500"/>
            </a:lvl8pPr>
            <a:lvl9pPr lvl="8">
              <a:spcBef>
                <a:spcPts val="0"/>
              </a:spcBef>
              <a:spcAft>
                <a:spcPts val="0"/>
              </a:spcAft>
              <a:buNone/>
              <a:defRPr sz="2500"/>
            </a:lvl9pPr>
          </a:lstStyle>
          <a:p/>
        </p:txBody>
      </p:sp>
      <p:sp>
        <p:nvSpPr>
          <p:cNvPr id="188" name="Google Shape;188;p26"/>
          <p:cNvSpPr/>
          <p:nvPr>
            <p:ph idx="2" type="pic"/>
          </p:nvPr>
        </p:nvSpPr>
        <p:spPr>
          <a:xfrm>
            <a:off x="1442350" y="3492500"/>
            <a:ext cx="408900" cy="408900"/>
          </a:xfrm>
          <a:prstGeom prst="ellipse">
            <a:avLst/>
          </a:prstGeom>
          <a:noFill/>
          <a:ln>
            <a:noFill/>
          </a:ln>
        </p:spPr>
      </p:sp>
      <p:sp>
        <p:nvSpPr>
          <p:cNvPr id="189" name="Google Shape;189;p26"/>
          <p:cNvSpPr txBox="1"/>
          <p:nvPr>
            <p:ph idx="3" type="subTitle"/>
          </p:nvPr>
        </p:nvSpPr>
        <p:spPr>
          <a:xfrm>
            <a:off x="1957375" y="3536000"/>
            <a:ext cx="2661600" cy="187800"/>
          </a:xfrm>
          <a:prstGeom prst="rect">
            <a:avLst/>
          </a:prstGeom>
        </p:spPr>
        <p:txBody>
          <a:bodyPr anchorCtr="0" anchor="ctr"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000"/>
              <a:buFont typeface="DM Sans SemiBold"/>
              <a:buNone/>
              <a:defRPr sz="1000">
                <a:latin typeface="DM Sans SemiBold"/>
                <a:ea typeface="DM Sans SemiBold"/>
                <a:cs typeface="DM Sans SemiBold"/>
                <a:sym typeface="DM Sans SemiBold"/>
              </a:defRPr>
            </a:lvl2pPr>
            <a:lvl3pPr lvl="2">
              <a:spcBef>
                <a:spcPts val="0"/>
              </a:spcBef>
              <a:spcAft>
                <a:spcPts val="0"/>
              </a:spcAft>
              <a:buSzPts val="1000"/>
              <a:buFont typeface="DM Sans SemiBold"/>
              <a:buNone/>
              <a:defRPr sz="1000">
                <a:latin typeface="DM Sans SemiBold"/>
                <a:ea typeface="DM Sans SemiBold"/>
                <a:cs typeface="DM Sans SemiBold"/>
                <a:sym typeface="DM Sans SemiBold"/>
              </a:defRPr>
            </a:lvl3pPr>
            <a:lvl4pPr lvl="3">
              <a:spcBef>
                <a:spcPts val="0"/>
              </a:spcBef>
              <a:spcAft>
                <a:spcPts val="0"/>
              </a:spcAft>
              <a:buSzPts val="1000"/>
              <a:buFont typeface="DM Sans SemiBold"/>
              <a:buNone/>
              <a:defRPr sz="1000">
                <a:latin typeface="DM Sans SemiBold"/>
                <a:ea typeface="DM Sans SemiBold"/>
                <a:cs typeface="DM Sans SemiBold"/>
                <a:sym typeface="DM Sans SemiBold"/>
              </a:defRPr>
            </a:lvl4pPr>
            <a:lvl5pPr lvl="4">
              <a:spcBef>
                <a:spcPts val="0"/>
              </a:spcBef>
              <a:spcAft>
                <a:spcPts val="0"/>
              </a:spcAft>
              <a:buSzPts val="1000"/>
              <a:buFont typeface="DM Sans SemiBold"/>
              <a:buNone/>
              <a:defRPr sz="1000">
                <a:latin typeface="DM Sans SemiBold"/>
                <a:ea typeface="DM Sans SemiBold"/>
                <a:cs typeface="DM Sans SemiBold"/>
                <a:sym typeface="DM Sans SemiBold"/>
              </a:defRPr>
            </a:lvl5pPr>
            <a:lvl6pPr lvl="5">
              <a:spcBef>
                <a:spcPts val="0"/>
              </a:spcBef>
              <a:spcAft>
                <a:spcPts val="0"/>
              </a:spcAft>
              <a:buSzPts val="1000"/>
              <a:buFont typeface="DM Sans SemiBold"/>
              <a:buNone/>
              <a:defRPr sz="1000">
                <a:latin typeface="DM Sans SemiBold"/>
                <a:ea typeface="DM Sans SemiBold"/>
                <a:cs typeface="DM Sans SemiBold"/>
                <a:sym typeface="DM Sans SemiBold"/>
              </a:defRPr>
            </a:lvl6pPr>
            <a:lvl7pPr lvl="6">
              <a:spcBef>
                <a:spcPts val="0"/>
              </a:spcBef>
              <a:spcAft>
                <a:spcPts val="0"/>
              </a:spcAft>
              <a:buSzPts val="1000"/>
              <a:buFont typeface="DM Sans SemiBold"/>
              <a:buNone/>
              <a:defRPr sz="1000">
                <a:latin typeface="DM Sans SemiBold"/>
                <a:ea typeface="DM Sans SemiBold"/>
                <a:cs typeface="DM Sans SemiBold"/>
                <a:sym typeface="DM Sans SemiBold"/>
              </a:defRPr>
            </a:lvl7pPr>
            <a:lvl8pPr lvl="7">
              <a:spcBef>
                <a:spcPts val="0"/>
              </a:spcBef>
              <a:spcAft>
                <a:spcPts val="0"/>
              </a:spcAft>
              <a:buSzPts val="1000"/>
              <a:buFont typeface="DM Sans SemiBold"/>
              <a:buNone/>
              <a:defRPr sz="1000">
                <a:latin typeface="DM Sans SemiBold"/>
                <a:ea typeface="DM Sans SemiBold"/>
                <a:cs typeface="DM Sans SemiBold"/>
                <a:sym typeface="DM Sans SemiBold"/>
              </a:defRPr>
            </a:lvl8pPr>
            <a:lvl9pPr lvl="8">
              <a:spcBef>
                <a:spcPts val="0"/>
              </a:spcBef>
              <a:spcAft>
                <a:spcPts val="0"/>
              </a:spcAft>
              <a:buSzPts val="1000"/>
              <a:buFont typeface="DM Sans SemiBold"/>
              <a:buNone/>
              <a:defRPr sz="1000">
                <a:latin typeface="DM Sans SemiBold"/>
                <a:ea typeface="DM Sans SemiBold"/>
                <a:cs typeface="DM Sans SemiBold"/>
                <a:sym typeface="DM Sans SemiBold"/>
              </a:defRPr>
            </a:lvl9pPr>
          </a:lstStyle>
          <a:p/>
        </p:txBody>
      </p:sp>
      <p:sp>
        <p:nvSpPr>
          <p:cNvPr id="190" name="Google Shape;190;p26"/>
          <p:cNvSpPr txBox="1"/>
          <p:nvPr>
            <p:ph idx="4" type="subTitle"/>
          </p:nvPr>
        </p:nvSpPr>
        <p:spPr>
          <a:xfrm>
            <a:off x="1957375" y="3678443"/>
            <a:ext cx="2661600" cy="187800"/>
          </a:xfrm>
          <a:prstGeom prst="rect">
            <a:avLst/>
          </a:prstGeom>
        </p:spPr>
        <p:txBody>
          <a:bodyPr anchorCtr="0" anchor="ctr"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p:cSld name="CUSTOM_7_1_1_1_1_1_1_1_1_1_1_1_1_1_1_1_1_1_1_1_1">
    <p:bg>
      <p:bgPr>
        <a:solidFill>
          <a:schemeClr val="lt1"/>
        </a:solidFill>
      </p:bgPr>
    </p:bg>
    <p:spTree>
      <p:nvGrpSpPr>
        <p:cNvPr id="191" name="Shape 191"/>
        <p:cNvGrpSpPr/>
        <p:nvPr/>
      </p:nvGrpSpPr>
      <p:grpSpPr>
        <a:xfrm>
          <a:off x="0" y="0"/>
          <a:ext cx="0" cy="0"/>
          <a:chOff x="0" y="0"/>
          <a:chExt cx="0" cy="0"/>
        </a:xfrm>
      </p:grpSpPr>
      <p:sp>
        <p:nvSpPr>
          <p:cNvPr id="192" name="Google Shape;192;p2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93" name="Google Shape;193;p2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94" name="Google Shape;194;p27"/>
          <p:cNvSpPr txBox="1"/>
          <p:nvPr>
            <p:ph type="title"/>
          </p:nvPr>
        </p:nvSpPr>
        <p:spPr>
          <a:xfrm>
            <a:off x="1453650" y="1325938"/>
            <a:ext cx="6236700" cy="2011800"/>
          </a:xfrm>
          <a:prstGeom prst="rect">
            <a:avLst/>
          </a:prstGeom>
        </p:spPr>
        <p:txBody>
          <a:bodyPr anchorCtr="0" anchor="t" bIns="0" lIns="0" spcFirstLastPara="1" rIns="0" wrap="square" tIns="0">
            <a:noAutofit/>
          </a:bodyPr>
          <a:lstStyle>
            <a:lvl1pPr lvl="0">
              <a:spcBef>
                <a:spcPts val="0"/>
              </a:spcBef>
              <a:spcAft>
                <a:spcPts val="0"/>
              </a:spcAft>
              <a:buNone/>
              <a:defRPr sz="2500">
                <a:solidFill>
                  <a:schemeClr val="dk1"/>
                </a:solidFill>
              </a:defRPr>
            </a:lvl1pPr>
            <a:lvl2pPr lvl="1">
              <a:spcBef>
                <a:spcPts val="0"/>
              </a:spcBef>
              <a:spcAft>
                <a:spcPts val="0"/>
              </a:spcAft>
              <a:buNone/>
              <a:defRPr sz="2500">
                <a:solidFill>
                  <a:schemeClr val="dk1"/>
                </a:solidFill>
              </a:defRPr>
            </a:lvl2pPr>
            <a:lvl3pPr lvl="2">
              <a:spcBef>
                <a:spcPts val="0"/>
              </a:spcBef>
              <a:spcAft>
                <a:spcPts val="0"/>
              </a:spcAft>
              <a:buNone/>
              <a:defRPr sz="2500">
                <a:solidFill>
                  <a:schemeClr val="dk1"/>
                </a:solidFill>
              </a:defRPr>
            </a:lvl3pPr>
            <a:lvl4pPr lvl="3">
              <a:spcBef>
                <a:spcPts val="0"/>
              </a:spcBef>
              <a:spcAft>
                <a:spcPts val="0"/>
              </a:spcAft>
              <a:buNone/>
              <a:defRPr sz="2500">
                <a:solidFill>
                  <a:schemeClr val="dk1"/>
                </a:solidFill>
              </a:defRPr>
            </a:lvl4pPr>
            <a:lvl5pPr lvl="4">
              <a:spcBef>
                <a:spcPts val="0"/>
              </a:spcBef>
              <a:spcAft>
                <a:spcPts val="0"/>
              </a:spcAft>
              <a:buNone/>
              <a:defRPr sz="2500">
                <a:solidFill>
                  <a:schemeClr val="dk1"/>
                </a:solidFill>
              </a:defRPr>
            </a:lvl5pPr>
            <a:lvl6pPr lvl="5">
              <a:spcBef>
                <a:spcPts val="0"/>
              </a:spcBef>
              <a:spcAft>
                <a:spcPts val="0"/>
              </a:spcAft>
              <a:buNone/>
              <a:defRPr sz="2500">
                <a:solidFill>
                  <a:schemeClr val="dk1"/>
                </a:solidFill>
              </a:defRPr>
            </a:lvl6pPr>
            <a:lvl7pPr lvl="6">
              <a:spcBef>
                <a:spcPts val="0"/>
              </a:spcBef>
              <a:spcAft>
                <a:spcPts val="0"/>
              </a:spcAft>
              <a:buNone/>
              <a:defRPr sz="2500">
                <a:solidFill>
                  <a:schemeClr val="dk1"/>
                </a:solidFill>
              </a:defRPr>
            </a:lvl7pPr>
            <a:lvl8pPr lvl="7">
              <a:spcBef>
                <a:spcPts val="0"/>
              </a:spcBef>
              <a:spcAft>
                <a:spcPts val="0"/>
              </a:spcAft>
              <a:buNone/>
              <a:defRPr sz="2500">
                <a:solidFill>
                  <a:schemeClr val="dk1"/>
                </a:solidFill>
              </a:defRPr>
            </a:lvl8pPr>
            <a:lvl9pPr lvl="8">
              <a:spcBef>
                <a:spcPts val="0"/>
              </a:spcBef>
              <a:spcAft>
                <a:spcPts val="0"/>
              </a:spcAft>
              <a:buNone/>
              <a:defRPr sz="2500">
                <a:solidFill>
                  <a:schemeClr val="dk1"/>
                </a:solidFill>
              </a:defRPr>
            </a:lvl9pPr>
          </a:lstStyle>
          <a:p/>
        </p:txBody>
      </p:sp>
      <p:sp>
        <p:nvSpPr>
          <p:cNvPr id="195" name="Google Shape;195;p27"/>
          <p:cNvSpPr/>
          <p:nvPr>
            <p:ph idx="2" type="pic"/>
          </p:nvPr>
        </p:nvSpPr>
        <p:spPr>
          <a:xfrm>
            <a:off x="1442350" y="3492500"/>
            <a:ext cx="408900" cy="408900"/>
          </a:xfrm>
          <a:prstGeom prst="ellipse">
            <a:avLst/>
          </a:prstGeom>
          <a:noFill/>
          <a:ln>
            <a:noFill/>
          </a:ln>
        </p:spPr>
      </p:sp>
      <p:sp>
        <p:nvSpPr>
          <p:cNvPr id="196" name="Google Shape;196;p27"/>
          <p:cNvSpPr txBox="1"/>
          <p:nvPr>
            <p:ph idx="3" type="subTitle"/>
          </p:nvPr>
        </p:nvSpPr>
        <p:spPr>
          <a:xfrm>
            <a:off x="1957375" y="3536000"/>
            <a:ext cx="2661600" cy="187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2pPr>
            <a:lvl3pPr lvl="2">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3pPr>
            <a:lvl4pPr lvl="3">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4pPr>
            <a:lvl5pPr lvl="4">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5pPr>
            <a:lvl6pPr lvl="5">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6pPr>
            <a:lvl7pPr lvl="6">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7pPr>
            <a:lvl8pPr lvl="7">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8pPr>
            <a:lvl9pPr lvl="8">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9pPr>
          </a:lstStyle>
          <a:p/>
        </p:txBody>
      </p:sp>
      <p:sp>
        <p:nvSpPr>
          <p:cNvPr id="197" name="Google Shape;197;p27"/>
          <p:cNvSpPr txBox="1"/>
          <p:nvPr>
            <p:ph idx="4" type="subTitle"/>
          </p:nvPr>
        </p:nvSpPr>
        <p:spPr>
          <a:xfrm>
            <a:off x="1957375" y="3678443"/>
            <a:ext cx="2661600" cy="187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modules">
  <p:cSld name="CUSTOM">
    <p:bg>
      <p:bgPr>
        <a:solidFill>
          <a:schemeClr val="lt1"/>
        </a:solidFill>
      </p:bgPr>
    </p:bg>
    <p:spTree>
      <p:nvGrpSpPr>
        <p:cNvPr id="198" name="Shape 198"/>
        <p:cNvGrpSpPr/>
        <p:nvPr/>
      </p:nvGrpSpPr>
      <p:grpSpPr>
        <a:xfrm>
          <a:off x="0" y="0"/>
          <a:ext cx="0" cy="0"/>
          <a:chOff x="0" y="0"/>
          <a:chExt cx="0" cy="0"/>
        </a:xfrm>
      </p:grpSpPr>
      <p:sp>
        <p:nvSpPr>
          <p:cNvPr id="199" name="Google Shape;199;p2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00" name="Google Shape;200;p28"/>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01" name="Google Shape;201;p28"/>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02" name="Google Shape;202;p28"/>
          <p:cNvSpPr txBox="1"/>
          <p:nvPr>
            <p:ph idx="3" type="body"/>
          </p:nvPr>
        </p:nvSpPr>
        <p:spPr>
          <a:xfrm>
            <a:off x="361975" y="3256513"/>
            <a:ext cx="3860100" cy="13275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203" name="Google Shape;203;p28"/>
          <p:cNvSpPr txBox="1"/>
          <p:nvPr>
            <p:ph idx="4" type="title"/>
          </p:nvPr>
        </p:nvSpPr>
        <p:spPr>
          <a:xfrm>
            <a:off x="4800825" y="258072"/>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204" name="Google Shape;204;p28"/>
          <p:cNvSpPr txBox="1"/>
          <p:nvPr>
            <p:ph idx="5" type="title"/>
          </p:nvPr>
        </p:nvSpPr>
        <p:spPr>
          <a:xfrm>
            <a:off x="7094925" y="258072"/>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05" name="Google Shape;205;p28"/>
          <p:cNvSpPr txBox="1"/>
          <p:nvPr>
            <p:ph idx="6" type="title"/>
          </p:nvPr>
        </p:nvSpPr>
        <p:spPr>
          <a:xfrm>
            <a:off x="4800825" y="1698225"/>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06" name="Google Shape;206;p28"/>
          <p:cNvSpPr txBox="1"/>
          <p:nvPr>
            <p:ph idx="7" type="body"/>
          </p:nvPr>
        </p:nvSpPr>
        <p:spPr>
          <a:xfrm>
            <a:off x="4800825" y="4122308"/>
            <a:ext cx="39759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207" name="Google Shape;207;p28"/>
          <p:cNvSpPr txBox="1"/>
          <p:nvPr>
            <p:ph idx="8" type="title"/>
          </p:nvPr>
        </p:nvSpPr>
        <p:spPr>
          <a:xfrm>
            <a:off x="4800825" y="3215225"/>
            <a:ext cx="3975900" cy="798900"/>
          </a:xfrm>
          <a:prstGeom prst="rect">
            <a:avLst/>
          </a:prstGeom>
        </p:spPr>
        <p:txBody>
          <a:bodyPr anchorCtr="0" anchor="t" bIns="0" lIns="0" spcFirstLastPara="1" rIns="0" wrap="square" tIns="0">
            <a:noAutofit/>
          </a:bodyPr>
          <a:lstStyle>
            <a:lvl1pPr lvl="0">
              <a:spcBef>
                <a:spcPts val="0"/>
              </a:spcBef>
              <a:spcAft>
                <a:spcPts val="0"/>
              </a:spcAft>
              <a:buNone/>
              <a:defRPr sz="6200"/>
            </a:lvl1pPr>
            <a:lvl2pPr lvl="1">
              <a:spcBef>
                <a:spcPts val="0"/>
              </a:spcBef>
              <a:spcAft>
                <a:spcPts val="0"/>
              </a:spcAft>
              <a:buNone/>
              <a:defRPr sz="2200">
                <a:solidFill>
                  <a:schemeClr val="dk1"/>
                </a:solidFill>
              </a:defRPr>
            </a:lvl2pPr>
            <a:lvl3pPr lvl="2">
              <a:spcBef>
                <a:spcPts val="0"/>
              </a:spcBef>
              <a:spcAft>
                <a:spcPts val="0"/>
              </a:spcAft>
              <a:buNone/>
              <a:defRPr sz="2200">
                <a:solidFill>
                  <a:schemeClr val="dk1"/>
                </a:solidFill>
              </a:defRPr>
            </a:lvl3pPr>
            <a:lvl4pPr lvl="3">
              <a:spcBef>
                <a:spcPts val="0"/>
              </a:spcBef>
              <a:spcAft>
                <a:spcPts val="0"/>
              </a:spcAft>
              <a:buNone/>
              <a:defRPr sz="2200">
                <a:solidFill>
                  <a:schemeClr val="dk1"/>
                </a:solidFill>
              </a:defRPr>
            </a:lvl4pPr>
            <a:lvl5pPr lvl="4">
              <a:spcBef>
                <a:spcPts val="0"/>
              </a:spcBef>
              <a:spcAft>
                <a:spcPts val="0"/>
              </a:spcAft>
              <a:buNone/>
              <a:defRPr sz="2200">
                <a:solidFill>
                  <a:schemeClr val="dk1"/>
                </a:solidFill>
              </a:defRPr>
            </a:lvl5pPr>
            <a:lvl6pPr lvl="5">
              <a:spcBef>
                <a:spcPts val="0"/>
              </a:spcBef>
              <a:spcAft>
                <a:spcPts val="0"/>
              </a:spcAft>
              <a:buNone/>
              <a:defRPr sz="2200">
                <a:solidFill>
                  <a:schemeClr val="dk1"/>
                </a:solidFill>
              </a:defRPr>
            </a:lvl6pPr>
            <a:lvl7pPr lvl="6">
              <a:spcBef>
                <a:spcPts val="0"/>
              </a:spcBef>
              <a:spcAft>
                <a:spcPts val="0"/>
              </a:spcAft>
              <a:buNone/>
              <a:defRPr sz="2200">
                <a:solidFill>
                  <a:schemeClr val="dk1"/>
                </a:solidFill>
              </a:defRPr>
            </a:lvl7pPr>
            <a:lvl8pPr lvl="7">
              <a:spcBef>
                <a:spcPts val="0"/>
              </a:spcBef>
              <a:spcAft>
                <a:spcPts val="0"/>
              </a:spcAft>
              <a:buNone/>
              <a:defRPr sz="2200">
                <a:solidFill>
                  <a:schemeClr val="dk1"/>
                </a:solidFill>
              </a:defRPr>
            </a:lvl8pPr>
            <a:lvl9pPr lvl="8">
              <a:spcBef>
                <a:spcPts val="0"/>
              </a:spcBef>
              <a:spcAft>
                <a:spcPts val="0"/>
              </a:spcAft>
              <a:buNone/>
              <a:defRPr sz="2200">
                <a:solidFill>
                  <a:schemeClr val="dk1"/>
                </a:solidFill>
              </a:defRPr>
            </a:lvl9pPr>
          </a:lstStyle>
          <a:p/>
        </p:txBody>
      </p:sp>
      <p:sp>
        <p:nvSpPr>
          <p:cNvPr id="208" name="Google Shape;208;p28"/>
          <p:cNvSpPr txBox="1"/>
          <p:nvPr>
            <p:ph idx="9" type="body"/>
          </p:nvPr>
        </p:nvSpPr>
        <p:spPr>
          <a:xfrm>
            <a:off x="4800825" y="22687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09" name="Google Shape;209;p28"/>
          <p:cNvSpPr txBox="1"/>
          <p:nvPr>
            <p:ph idx="13" type="body"/>
          </p:nvPr>
        </p:nvSpPr>
        <p:spPr>
          <a:xfrm>
            <a:off x="7115650" y="22687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10" name="Google Shape;210;p28"/>
          <p:cNvSpPr txBox="1"/>
          <p:nvPr>
            <p:ph idx="14" type="body"/>
          </p:nvPr>
        </p:nvSpPr>
        <p:spPr>
          <a:xfrm>
            <a:off x="4800825" y="8601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modules">
  <p:cSld name="CUSTOM_1">
    <p:bg>
      <p:bgPr>
        <a:solidFill>
          <a:schemeClr val="lt1"/>
        </a:solidFill>
      </p:bgPr>
    </p:bg>
    <p:spTree>
      <p:nvGrpSpPr>
        <p:cNvPr id="211" name="Shape 211"/>
        <p:cNvGrpSpPr/>
        <p:nvPr/>
      </p:nvGrpSpPr>
      <p:grpSpPr>
        <a:xfrm>
          <a:off x="0" y="0"/>
          <a:ext cx="0" cy="0"/>
          <a:chOff x="0" y="0"/>
          <a:chExt cx="0" cy="0"/>
        </a:xfrm>
      </p:grpSpPr>
      <p:sp>
        <p:nvSpPr>
          <p:cNvPr id="212" name="Google Shape;212;p29"/>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13" name="Google Shape;213;p29"/>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14" name="Google Shape;214;p29"/>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15" name="Google Shape;215;p29"/>
          <p:cNvSpPr txBox="1"/>
          <p:nvPr>
            <p:ph idx="3" type="body"/>
          </p:nvPr>
        </p:nvSpPr>
        <p:spPr>
          <a:xfrm>
            <a:off x="4800825" y="3665600"/>
            <a:ext cx="3975900" cy="1114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16" name="Google Shape;216;p29"/>
          <p:cNvSpPr txBox="1"/>
          <p:nvPr>
            <p:ph idx="4" type="subTitle"/>
          </p:nvPr>
        </p:nvSpPr>
        <p:spPr>
          <a:xfrm>
            <a:off x="4800825" y="3285232"/>
            <a:ext cx="39759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217" name="Google Shape;217;p29"/>
          <p:cNvSpPr txBox="1"/>
          <p:nvPr>
            <p:ph idx="5" type="body"/>
          </p:nvPr>
        </p:nvSpPr>
        <p:spPr>
          <a:xfrm>
            <a:off x="2611802" y="3665600"/>
            <a:ext cx="1627500" cy="11142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DM Sans"/>
              <a:buChar char="●"/>
              <a:defRPr sz="1000"/>
            </a:lvl1pPr>
            <a:lvl2pPr indent="-292100" lvl="1" marL="914400">
              <a:lnSpc>
                <a:spcPct val="100000"/>
              </a:lnSpc>
              <a:spcBef>
                <a:spcPts val="800"/>
              </a:spcBef>
              <a:spcAft>
                <a:spcPts val="0"/>
              </a:spcAft>
              <a:buSzPts val="1000"/>
              <a:buFont typeface="DM Sans"/>
              <a:buChar char="○"/>
              <a:defRPr sz="1000"/>
            </a:lvl2pPr>
            <a:lvl3pPr indent="-292100" lvl="2" marL="1371600">
              <a:lnSpc>
                <a:spcPct val="100000"/>
              </a:lnSpc>
              <a:spcBef>
                <a:spcPts val="800"/>
              </a:spcBef>
              <a:spcAft>
                <a:spcPts val="0"/>
              </a:spcAft>
              <a:buSzPts val="1000"/>
              <a:buFont typeface="DM Sans"/>
              <a:buChar char="■"/>
              <a:defRPr sz="1000"/>
            </a:lvl3pPr>
            <a:lvl4pPr indent="-292100" lvl="3" marL="1828800">
              <a:lnSpc>
                <a:spcPct val="100000"/>
              </a:lnSpc>
              <a:spcBef>
                <a:spcPts val="800"/>
              </a:spcBef>
              <a:spcAft>
                <a:spcPts val="0"/>
              </a:spcAft>
              <a:buSzPts val="1000"/>
              <a:buFont typeface="DM Sans"/>
              <a:buChar char="●"/>
              <a:defRPr sz="1000"/>
            </a:lvl4pPr>
            <a:lvl5pPr indent="-292100" lvl="4" marL="2286000">
              <a:lnSpc>
                <a:spcPct val="100000"/>
              </a:lnSpc>
              <a:spcBef>
                <a:spcPts val="800"/>
              </a:spcBef>
              <a:spcAft>
                <a:spcPts val="0"/>
              </a:spcAft>
              <a:buSzPts val="1000"/>
              <a:buFont typeface="DM Sans"/>
              <a:buChar char="○"/>
              <a:defRPr sz="1000"/>
            </a:lvl5pPr>
            <a:lvl6pPr indent="-292100" lvl="5" marL="2743200">
              <a:lnSpc>
                <a:spcPct val="100000"/>
              </a:lnSpc>
              <a:spcBef>
                <a:spcPts val="800"/>
              </a:spcBef>
              <a:spcAft>
                <a:spcPts val="0"/>
              </a:spcAft>
              <a:buSzPts val="1000"/>
              <a:buFont typeface="DM Sans"/>
              <a:buChar char="■"/>
              <a:defRPr sz="1000"/>
            </a:lvl6pPr>
            <a:lvl7pPr indent="-292100" lvl="6" marL="3200400">
              <a:lnSpc>
                <a:spcPct val="100000"/>
              </a:lnSpc>
              <a:spcBef>
                <a:spcPts val="800"/>
              </a:spcBef>
              <a:spcAft>
                <a:spcPts val="0"/>
              </a:spcAft>
              <a:buSzPts val="1000"/>
              <a:buFont typeface="DM Sans"/>
              <a:buChar char="●"/>
              <a:defRPr sz="1000"/>
            </a:lvl7pPr>
            <a:lvl8pPr indent="-292100" lvl="7" marL="3657600">
              <a:lnSpc>
                <a:spcPct val="100000"/>
              </a:lnSpc>
              <a:spcBef>
                <a:spcPts val="800"/>
              </a:spcBef>
              <a:spcAft>
                <a:spcPts val="0"/>
              </a:spcAft>
              <a:buSzPts val="1000"/>
              <a:buFont typeface="DM Sans"/>
              <a:buChar char="○"/>
              <a:defRPr sz="1000"/>
            </a:lvl8pPr>
            <a:lvl9pPr indent="-292100" lvl="8" marL="4114800">
              <a:lnSpc>
                <a:spcPct val="100000"/>
              </a:lnSpc>
              <a:spcBef>
                <a:spcPts val="800"/>
              </a:spcBef>
              <a:spcAft>
                <a:spcPts val="800"/>
              </a:spcAft>
              <a:buSzPts val="1000"/>
              <a:buFont typeface="DM Sans"/>
              <a:buChar char="■"/>
              <a:defRPr sz="1000"/>
            </a:lvl9pPr>
          </a:lstStyle>
          <a:p/>
        </p:txBody>
      </p:sp>
      <p:sp>
        <p:nvSpPr>
          <p:cNvPr id="218" name="Google Shape;218;p29"/>
          <p:cNvSpPr txBox="1"/>
          <p:nvPr>
            <p:ph idx="6" type="subTitle"/>
          </p:nvPr>
        </p:nvSpPr>
        <p:spPr>
          <a:xfrm>
            <a:off x="2611802" y="3285232"/>
            <a:ext cx="1627500" cy="187800"/>
          </a:xfrm>
          <a:prstGeom prst="rect">
            <a:avLst/>
          </a:prstGeom>
        </p:spPr>
        <p:txBody>
          <a:bodyPr anchorCtr="0" anchor="t" bIns="0" lIns="0" spcFirstLastPara="1" rIns="0" wrap="square" tIns="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19" name="Google Shape;219;p29"/>
          <p:cNvSpPr txBox="1"/>
          <p:nvPr>
            <p:ph idx="7" type="body"/>
          </p:nvPr>
        </p:nvSpPr>
        <p:spPr>
          <a:xfrm>
            <a:off x="361977" y="3665600"/>
            <a:ext cx="1627500" cy="1114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20" name="Google Shape;220;p29"/>
          <p:cNvSpPr txBox="1"/>
          <p:nvPr>
            <p:ph idx="8" type="subTitle"/>
          </p:nvPr>
        </p:nvSpPr>
        <p:spPr>
          <a:xfrm>
            <a:off x="361977" y="3285232"/>
            <a:ext cx="16275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221" name="Google Shape;221;p29"/>
          <p:cNvSpPr txBox="1"/>
          <p:nvPr>
            <p:ph idx="9" type="body"/>
          </p:nvPr>
        </p:nvSpPr>
        <p:spPr>
          <a:xfrm>
            <a:off x="4900725" y="1196103"/>
            <a:ext cx="1627500" cy="138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22" name="Google Shape;222;p29"/>
          <p:cNvSpPr txBox="1"/>
          <p:nvPr>
            <p:ph idx="13" type="subTitle"/>
          </p:nvPr>
        </p:nvSpPr>
        <p:spPr>
          <a:xfrm>
            <a:off x="4900725" y="706863"/>
            <a:ext cx="16275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223" name="Google Shape;223;p29"/>
          <p:cNvSpPr txBox="1"/>
          <p:nvPr>
            <p:ph idx="14" type="body"/>
          </p:nvPr>
        </p:nvSpPr>
        <p:spPr>
          <a:xfrm>
            <a:off x="7149175" y="1196103"/>
            <a:ext cx="1627500" cy="138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224" name="Google Shape;224;p29"/>
          <p:cNvSpPr txBox="1"/>
          <p:nvPr>
            <p:ph idx="15" type="subTitle"/>
          </p:nvPr>
        </p:nvSpPr>
        <p:spPr>
          <a:xfrm>
            <a:off x="7149175" y="706863"/>
            <a:ext cx="1627500" cy="187800"/>
          </a:xfrm>
          <a:prstGeom prst="rect">
            <a:avLst/>
          </a:prstGeom>
        </p:spPr>
        <p:txBody>
          <a:bodyPr anchorCtr="0" anchor="t" bIns="0" lIns="0" spcFirstLastPara="1" rIns="0" wrap="square" tIns="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25" name="Google Shape;225;p2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modules">
  <p:cSld name="CUSTOM_1_1">
    <p:bg>
      <p:bgPr>
        <a:solidFill>
          <a:schemeClr val="lt1"/>
        </a:solidFill>
      </p:bgPr>
    </p:bg>
    <p:spTree>
      <p:nvGrpSpPr>
        <p:cNvPr id="226" name="Shape 226"/>
        <p:cNvGrpSpPr/>
        <p:nvPr/>
      </p:nvGrpSpPr>
      <p:grpSpPr>
        <a:xfrm>
          <a:off x="0" y="0"/>
          <a:ext cx="0" cy="0"/>
          <a:chOff x="0" y="0"/>
          <a:chExt cx="0" cy="0"/>
        </a:xfrm>
      </p:grpSpPr>
      <p:sp>
        <p:nvSpPr>
          <p:cNvPr id="227" name="Google Shape;227;p30"/>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28" name="Google Shape;228;p30"/>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29" name="Google Shape;229;p3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0" name="Google Shape;230;p30"/>
          <p:cNvSpPr txBox="1"/>
          <p:nvPr>
            <p:ph type="title"/>
          </p:nvPr>
        </p:nvSpPr>
        <p:spPr>
          <a:xfrm>
            <a:off x="5796575" y="2351325"/>
            <a:ext cx="9895200" cy="710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6200">
                <a:solidFill>
                  <a:schemeClr val="dk1"/>
                </a:solidFill>
              </a:defRPr>
            </a:lvl1pPr>
            <a:lvl2pPr lvl="1">
              <a:lnSpc>
                <a:spcPct val="90000"/>
              </a:lnSpc>
              <a:spcBef>
                <a:spcPts val="0"/>
              </a:spcBef>
              <a:spcAft>
                <a:spcPts val="0"/>
              </a:spcAft>
              <a:buNone/>
              <a:defRPr sz="6200">
                <a:solidFill>
                  <a:schemeClr val="dk1"/>
                </a:solidFill>
              </a:defRPr>
            </a:lvl2pPr>
            <a:lvl3pPr lvl="2">
              <a:lnSpc>
                <a:spcPct val="90000"/>
              </a:lnSpc>
              <a:spcBef>
                <a:spcPts val="0"/>
              </a:spcBef>
              <a:spcAft>
                <a:spcPts val="0"/>
              </a:spcAft>
              <a:buNone/>
              <a:defRPr sz="6200">
                <a:solidFill>
                  <a:schemeClr val="dk1"/>
                </a:solidFill>
              </a:defRPr>
            </a:lvl3pPr>
            <a:lvl4pPr lvl="3">
              <a:lnSpc>
                <a:spcPct val="90000"/>
              </a:lnSpc>
              <a:spcBef>
                <a:spcPts val="0"/>
              </a:spcBef>
              <a:spcAft>
                <a:spcPts val="0"/>
              </a:spcAft>
              <a:buNone/>
              <a:defRPr sz="6200">
                <a:solidFill>
                  <a:schemeClr val="dk1"/>
                </a:solidFill>
              </a:defRPr>
            </a:lvl4pPr>
            <a:lvl5pPr lvl="4">
              <a:lnSpc>
                <a:spcPct val="90000"/>
              </a:lnSpc>
              <a:spcBef>
                <a:spcPts val="0"/>
              </a:spcBef>
              <a:spcAft>
                <a:spcPts val="0"/>
              </a:spcAft>
              <a:buNone/>
              <a:defRPr sz="6200">
                <a:solidFill>
                  <a:schemeClr val="dk1"/>
                </a:solidFill>
              </a:defRPr>
            </a:lvl5pPr>
            <a:lvl6pPr lvl="5">
              <a:lnSpc>
                <a:spcPct val="90000"/>
              </a:lnSpc>
              <a:spcBef>
                <a:spcPts val="0"/>
              </a:spcBef>
              <a:spcAft>
                <a:spcPts val="0"/>
              </a:spcAft>
              <a:buNone/>
              <a:defRPr sz="6200">
                <a:solidFill>
                  <a:schemeClr val="dk1"/>
                </a:solidFill>
              </a:defRPr>
            </a:lvl6pPr>
            <a:lvl7pPr lvl="6">
              <a:lnSpc>
                <a:spcPct val="90000"/>
              </a:lnSpc>
              <a:spcBef>
                <a:spcPts val="0"/>
              </a:spcBef>
              <a:spcAft>
                <a:spcPts val="0"/>
              </a:spcAft>
              <a:buNone/>
              <a:defRPr sz="6200">
                <a:solidFill>
                  <a:schemeClr val="dk1"/>
                </a:solidFill>
              </a:defRPr>
            </a:lvl7pPr>
            <a:lvl8pPr lvl="7">
              <a:lnSpc>
                <a:spcPct val="90000"/>
              </a:lnSpc>
              <a:spcBef>
                <a:spcPts val="0"/>
              </a:spcBef>
              <a:spcAft>
                <a:spcPts val="0"/>
              </a:spcAft>
              <a:buNone/>
              <a:defRPr sz="6200">
                <a:solidFill>
                  <a:schemeClr val="dk1"/>
                </a:solidFill>
              </a:defRPr>
            </a:lvl8pPr>
            <a:lvl9pPr lvl="8">
              <a:lnSpc>
                <a:spcPct val="90000"/>
              </a:lnSpc>
              <a:spcBef>
                <a:spcPts val="0"/>
              </a:spcBef>
              <a:spcAft>
                <a:spcPts val="0"/>
              </a:spcAft>
              <a:buNone/>
              <a:defRPr sz="6200">
                <a:solidFill>
                  <a:schemeClr val="dk1"/>
                </a:solidFill>
              </a:defRPr>
            </a:lvl9pPr>
          </a:lstStyle>
          <a:p/>
        </p:txBody>
      </p:sp>
      <p:sp>
        <p:nvSpPr>
          <p:cNvPr id="231" name="Google Shape;231;p30"/>
          <p:cNvSpPr txBox="1"/>
          <p:nvPr>
            <p:ph idx="3" type="title"/>
          </p:nvPr>
        </p:nvSpPr>
        <p:spPr>
          <a:xfrm>
            <a:off x="5796575" y="507450"/>
            <a:ext cx="9895200" cy="710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6200"/>
            </a:lvl1pPr>
            <a:lvl2pPr lvl="1">
              <a:lnSpc>
                <a:spcPct val="90000"/>
              </a:lnSpc>
              <a:spcBef>
                <a:spcPts val="0"/>
              </a:spcBef>
              <a:spcAft>
                <a:spcPts val="0"/>
              </a:spcAft>
              <a:buNone/>
              <a:defRPr sz="6200"/>
            </a:lvl2pPr>
            <a:lvl3pPr lvl="2">
              <a:lnSpc>
                <a:spcPct val="90000"/>
              </a:lnSpc>
              <a:spcBef>
                <a:spcPts val="0"/>
              </a:spcBef>
              <a:spcAft>
                <a:spcPts val="0"/>
              </a:spcAft>
              <a:buNone/>
              <a:defRPr sz="6200"/>
            </a:lvl3pPr>
            <a:lvl4pPr lvl="3">
              <a:lnSpc>
                <a:spcPct val="90000"/>
              </a:lnSpc>
              <a:spcBef>
                <a:spcPts val="0"/>
              </a:spcBef>
              <a:spcAft>
                <a:spcPts val="0"/>
              </a:spcAft>
              <a:buNone/>
              <a:defRPr sz="6200"/>
            </a:lvl4pPr>
            <a:lvl5pPr lvl="4">
              <a:lnSpc>
                <a:spcPct val="90000"/>
              </a:lnSpc>
              <a:spcBef>
                <a:spcPts val="0"/>
              </a:spcBef>
              <a:spcAft>
                <a:spcPts val="0"/>
              </a:spcAft>
              <a:buNone/>
              <a:defRPr sz="6200"/>
            </a:lvl5pPr>
            <a:lvl6pPr lvl="5">
              <a:lnSpc>
                <a:spcPct val="90000"/>
              </a:lnSpc>
              <a:spcBef>
                <a:spcPts val="0"/>
              </a:spcBef>
              <a:spcAft>
                <a:spcPts val="0"/>
              </a:spcAft>
              <a:buNone/>
              <a:defRPr sz="6200"/>
            </a:lvl6pPr>
            <a:lvl7pPr lvl="6">
              <a:lnSpc>
                <a:spcPct val="90000"/>
              </a:lnSpc>
              <a:spcBef>
                <a:spcPts val="0"/>
              </a:spcBef>
              <a:spcAft>
                <a:spcPts val="0"/>
              </a:spcAft>
              <a:buNone/>
              <a:defRPr sz="6200"/>
            </a:lvl7pPr>
            <a:lvl8pPr lvl="7">
              <a:lnSpc>
                <a:spcPct val="90000"/>
              </a:lnSpc>
              <a:spcBef>
                <a:spcPts val="0"/>
              </a:spcBef>
              <a:spcAft>
                <a:spcPts val="0"/>
              </a:spcAft>
              <a:buNone/>
              <a:defRPr sz="6200"/>
            </a:lvl8pPr>
            <a:lvl9pPr lvl="8">
              <a:lnSpc>
                <a:spcPct val="90000"/>
              </a:lnSpc>
              <a:spcBef>
                <a:spcPts val="0"/>
              </a:spcBef>
              <a:spcAft>
                <a:spcPts val="0"/>
              </a:spcAft>
              <a:buNone/>
              <a:defRPr sz="6200"/>
            </a:lvl9pPr>
          </a:lstStyle>
          <a:p/>
        </p:txBody>
      </p:sp>
      <p:sp>
        <p:nvSpPr>
          <p:cNvPr id="232" name="Google Shape;232;p30"/>
          <p:cNvSpPr txBox="1"/>
          <p:nvPr>
            <p:ph idx="4" type="subTitle"/>
          </p:nvPr>
        </p:nvSpPr>
        <p:spPr>
          <a:xfrm>
            <a:off x="5712600" y="4290612"/>
            <a:ext cx="2613300" cy="543900"/>
          </a:xfrm>
          <a:prstGeom prst="rect">
            <a:avLst/>
          </a:prstGeom>
        </p:spPr>
        <p:txBody>
          <a:bodyPr anchorCtr="0" anchor="b" bIns="0" lIns="0" spcFirstLastPara="1" rIns="0" wrap="square" tIns="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233" name="Google Shape;233;p30"/>
          <p:cNvSpPr txBox="1"/>
          <p:nvPr>
            <p:ph idx="5" type="subTitle"/>
          </p:nvPr>
        </p:nvSpPr>
        <p:spPr>
          <a:xfrm>
            <a:off x="5712600" y="3243901"/>
            <a:ext cx="2613300" cy="4323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234" name="Google Shape;234;p30"/>
          <p:cNvSpPr txBox="1"/>
          <p:nvPr>
            <p:ph idx="6" type="subTitle"/>
          </p:nvPr>
        </p:nvSpPr>
        <p:spPr>
          <a:xfrm>
            <a:off x="5712600" y="1318375"/>
            <a:ext cx="2613300" cy="483000"/>
          </a:xfrm>
          <a:prstGeom prst="rect">
            <a:avLst/>
          </a:prstGeom>
        </p:spPr>
        <p:txBody>
          <a:bodyPr anchorCtr="0" anchor="b" bIns="0" lIns="0" spcFirstLastPara="1" rIns="0" wrap="square" tIns="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modules">
  <p:cSld name="CUSTOM_1_1_1">
    <p:spTree>
      <p:nvGrpSpPr>
        <p:cNvPr id="235" name="Shape 235"/>
        <p:cNvGrpSpPr/>
        <p:nvPr/>
      </p:nvGrpSpPr>
      <p:grpSpPr>
        <a:xfrm>
          <a:off x="0" y="0"/>
          <a:ext cx="0" cy="0"/>
          <a:chOff x="0" y="0"/>
          <a:chExt cx="0" cy="0"/>
        </a:xfrm>
      </p:grpSpPr>
      <p:sp>
        <p:nvSpPr>
          <p:cNvPr id="236" name="Google Shape;236;p31"/>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7" name="Google Shape;237;p31"/>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8" name="Google Shape;238;p3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9" name="Google Shape;239;p31"/>
          <p:cNvSpPr txBox="1"/>
          <p:nvPr>
            <p:ph type="title"/>
          </p:nvPr>
        </p:nvSpPr>
        <p:spPr>
          <a:xfrm>
            <a:off x="361975" y="988557"/>
            <a:ext cx="50184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1">
  <p:cSld name="CUSTOM_2">
    <p:spTree>
      <p:nvGrpSpPr>
        <p:cNvPr id="240" name="Shape 240"/>
        <p:cNvGrpSpPr/>
        <p:nvPr/>
      </p:nvGrpSpPr>
      <p:grpSpPr>
        <a:xfrm>
          <a:off x="0" y="0"/>
          <a:ext cx="0" cy="0"/>
          <a:chOff x="0" y="0"/>
          <a:chExt cx="0" cy="0"/>
        </a:xfrm>
      </p:grpSpPr>
      <p:sp>
        <p:nvSpPr>
          <p:cNvPr id="241" name="Google Shape;241;p32"/>
          <p:cNvSpPr/>
          <p:nvPr>
            <p:ph idx="2" type="pic"/>
          </p:nvPr>
        </p:nvSpPr>
        <p:spPr>
          <a:xfrm>
            <a:off x="6289075" y="1793300"/>
            <a:ext cx="2853300" cy="3350400"/>
          </a:xfrm>
          <a:prstGeom prst="rect">
            <a:avLst/>
          </a:prstGeom>
          <a:noFill/>
          <a:ln>
            <a:noFill/>
          </a:ln>
        </p:spPr>
      </p:sp>
      <p:sp>
        <p:nvSpPr>
          <p:cNvPr id="242" name="Google Shape;242;p32"/>
          <p:cNvSpPr/>
          <p:nvPr/>
        </p:nvSpPr>
        <p:spPr>
          <a:xfrm>
            <a:off x="6289085" y="0"/>
            <a:ext cx="2853300" cy="1793100"/>
          </a:xfrm>
          <a:prstGeom prst="roundRect">
            <a:avLst>
              <a:gd fmla="val 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DM Sans"/>
              <a:ea typeface="DM Sans"/>
              <a:cs typeface="DM Sans"/>
              <a:sym typeface="DM Sans"/>
            </a:endParaRPr>
          </a:p>
        </p:txBody>
      </p:sp>
      <p:sp>
        <p:nvSpPr>
          <p:cNvPr id="243" name="Google Shape;243;p32"/>
          <p:cNvSpPr txBox="1"/>
          <p:nvPr>
            <p:ph type="title"/>
          </p:nvPr>
        </p:nvSpPr>
        <p:spPr>
          <a:xfrm>
            <a:off x="361975" y="988550"/>
            <a:ext cx="5356800" cy="2255400"/>
          </a:xfrm>
          <a:prstGeom prst="rect">
            <a:avLst/>
          </a:prstGeom>
        </p:spPr>
        <p:txBody>
          <a:bodyPr anchorCtr="0" anchor="t" bIns="0" lIns="0" spcFirstLastPara="1" rIns="0" wrap="square" tIns="0">
            <a:noAutofit/>
          </a:bodyPr>
          <a:lstStyle>
            <a:lvl1pPr lvl="0">
              <a:spcBef>
                <a:spcPts val="0"/>
              </a:spcBef>
              <a:spcAft>
                <a:spcPts val="0"/>
              </a:spcAft>
              <a:buNone/>
              <a:defRPr sz="2200"/>
            </a:lvl1pPr>
            <a:lvl2pPr lvl="1">
              <a:spcBef>
                <a:spcPts val="0"/>
              </a:spcBef>
              <a:spcAft>
                <a:spcPts val="0"/>
              </a:spcAft>
              <a:buNone/>
              <a:defRPr sz="2200"/>
            </a:lvl2pPr>
            <a:lvl3pPr lvl="2">
              <a:spcBef>
                <a:spcPts val="0"/>
              </a:spcBef>
              <a:spcAft>
                <a:spcPts val="0"/>
              </a:spcAft>
              <a:buNone/>
              <a:defRPr sz="2200"/>
            </a:lvl3pPr>
            <a:lvl4pPr lvl="3">
              <a:spcBef>
                <a:spcPts val="0"/>
              </a:spcBef>
              <a:spcAft>
                <a:spcPts val="0"/>
              </a:spcAft>
              <a:buNone/>
              <a:defRPr sz="2200"/>
            </a:lvl4pPr>
            <a:lvl5pPr lvl="4">
              <a:spcBef>
                <a:spcPts val="0"/>
              </a:spcBef>
              <a:spcAft>
                <a:spcPts val="0"/>
              </a:spcAft>
              <a:buNone/>
              <a:defRPr sz="2200"/>
            </a:lvl5pPr>
            <a:lvl6pPr lvl="5">
              <a:spcBef>
                <a:spcPts val="0"/>
              </a:spcBef>
              <a:spcAft>
                <a:spcPts val="0"/>
              </a:spcAft>
              <a:buNone/>
              <a:defRPr sz="2200"/>
            </a:lvl6pPr>
            <a:lvl7pPr lvl="6">
              <a:spcBef>
                <a:spcPts val="0"/>
              </a:spcBef>
              <a:spcAft>
                <a:spcPts val="0"/>
              </a:spcAft>
              <a:buNone/>
              <a:defRPr sz="2200"/>
            </a:lvl7pPr>
            <a:lvl8pPr lvl="7">
              <a:spcBef>
                <a:spcPts val="0"/>
              </a:spcBef>
              <a:spcAft>
                <a:spcPts val="0"/>
              </a:spcAft>
              <a:buNone/>
              <a:defRPr sz="2200"/>
            </a:lvl8pPr>
            <a:lvl9pPr lvl="8">
              <a:spcBef>
                <a:spcPts val="0"/>
              </a:spcBef>
              <a:spcAft>
                <a:spcPts val="0"/>
              </a:spcAft>
              <a:buNone/>
              <a:defRPr sz="2200"/>
            </a:lvl9pPr>
          </a:lstStyle>
          <a:p/>
        </p:txBody>
      </p:sp>
      <p:sp>
        <p:nvSpPr>
          <p:cNvPr id="244" name="Google Shape;244;p32"/>
          <p:cNvSpPr txBox="1"/>
          <p:nvPr>
            <p:ph idx="1" type="body"/>
          </p:nvPr>
        </p:nvSpPr>
        <p:spPr>
          <a:xfrm>
            <a:off x="361975" y="3541582"/>
            <a:ext cx="3777000" cy="10443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45" name="Google Shape;245;p3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46" name="Google Shape;246;p32"/>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2">
  <p:cSld name="CUSTOM_2_1">
    <p:spTree>
      <p:nvGrpSpPr>
        <p:cNvPr id="247" name="Shape 247"/>
        <p:cNvGrpSpPr/>
        <p:nvPr/>
      </p:nvGrpSpPr>
      <p:grpSpPr>
        <a:xfrm>
          <a:off x="0" y="0"/>
          <a:ext cx="0" cy="0"/>
          <a:chOff x="0" y="0"/>
          <a:chExt cx="0" cy="0"/>
        </a:xfrm>
      </p:grpSpPr>
      <p:sp>
        <p:nvSpPr>
          <p:cNvPr id="248" name="Google Shape;248;p3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49" name="Google Shape;249;p3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0" name="Google Shape;250;p33"/>
          <p:cNvSpPr txBox="1"/>
          <p:nvPr>
            <p:ph idx="2" type="body"/>
          </p:nvPr>
        </p:nvSpPr>
        <p:spPr>
          <a:xfrm>
            <a:off x="1957800" y="4195275"/>
            <a:ext cx="5228400" cy="390600"/>
          </a:xfrm>
          <a:prstGeom prst="rect">
            <a:avLst/>
          </a:prstGeom>
        </p:spPr>
        <p:txBody>
          <a:bodyPr anchorCtr="0" anchor="b" bIns="0" lIns="0" spcFirstLastPara="1" rIns="0" wrap="square" tIns="0">
            <a:noAutofit/>
          </a:bodyPr>
          <a:lstStyle>
            <a:lvl1pPr indent="-292100" lvl="0" marL="457200" algn="ctr">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ctr">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51" name="Google Shape;251;p33"/>
          <p:cNvSpPr txBox="1"/>
          <p:nvPr>
            <p:ph idx="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52" name="Google Shape;252;p33"/>
          <p:cNvSpPr txBox="1"/>
          <p:nvPr>
            <p:ph type="title"/>
          </p:nvPr>
        </p:nvSpPr>
        <p:spPr>
          <a:xfrm>
            <a:off x="719400" y="988550"/>
            <a:ext cx="7705200" cy="587700"/>
          </a:xfrm>
          <a:prstGeom prst="rect">
            <a:avLst/>
          </a:prstGeom>
        </p:spPr>
        <p:txBody>
          <a:bodyPr anchorCtr="0" anchor="t" bIns="0" lIns="0" spcFirstLastPara="1" rIns="0" wrap="square" tIns="0">
            <a:spAutoFit/>
          </a:bodyPr>
          <a:lstStyle>
            <a:lvl1pPr lvl="0" algn="ctr">
              <a:lnSpc>
                <a:spcPct val="90000"/>
              </a:lnSpc>
              <a:spcBef>
                <a:spcPts val="0"/>
              </a:spcBef>
              <a:spcAft>
                <a:spcPts val="0"/>
              </a:spcAft>
              <a:buNone/>
              <a:defRPr sz="2200"/>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p:txBody>
      </p:sp>
      <p:sp>
        <p:nvSpPr>
          <p:cNvPr id="253" name="Google Shape;253;p33"/>
          <p:cNvSpPr/>
          <p:nvPr>
            <p:ph idx="4" type="pic"/>
          </p:nvPr>
        </p:nvSpPr>
        <p:spPr>
          <a:xfrm>
            <a:off x="3982589" y="2427948"/>
            <a:ext cx="1179600" cy="1417200"/>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3">
  <p:cSld name="CUSTOM_2_1_2">
    <p:bg>
      <p:bgPr>
        <a:solidFill>
          <a:schemeClr val="accent1"/>
        </a:solidFill>
      </p:bgPr>
    </p:bg>
    <p:spTree>
      <p:nvGrpSpPr>
        <p:cNvPr id="254" name="Shape 254"/>
        <p:cNvGrpSpPr/>
        <p:nvPr/>
      </p:nvGrpSpPr>
      <p:grpSpPr>
        <a:xfrm>
          <a:off x="0" y="0"/>
          <a:ext cx="0" cy="0"/>
          <a:chOff x="0" y="0"/>
          <a:chExt cx="0" cy="0"/>
        </a:xfrm>
      </p:grpSpPr>
      <p:sp>
        <p:nvSpPr>
          <p:cNvPr id="255" name="Google Shape;255;p3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56" name="Google Shape;256;p3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7" name="Google Shape;257;p34"/>
          <p:cNvSpPr txBox="1"/>
          <p:nvPr>
            <p:ph idx="2" type="subTitle"/>
          </p:nvPr>
        </p:nvSpPr>
        <p:spPr>
          <a:xfrm>
            <a:off x="3154650" y="1051772"/>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258" name="Google Shape;258;p34"/>
          <p:cNvSpPr txBox="1"/>
          <p:nvPr>
            <p:ph type="title"/>
          </p:nvPr>
        </p:nvSpPr>
        <p:spPr>
          <a:xfrm>
            <a:off x="3154650" y="1801500"/>
            <a:ext cx="5622000" cy="28320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800"/>
            </a:lvl1pPr>
            <a:lvl2pPr lvl="1">
              <a:lnSpc>
                <a:spcPct val="90000"/>
              </a:lnSpc>
              <a:spcBef>
                <a:spcPts val="0"/>
              </a:spcBef>
              <a:spcAft>
                <a:spcPts val="0"/>
              </a:spcAft>
              <a:buNone/>
              <a:defRPr sz="2800"/>
            </a:lvl2pPr>
            <a:lvl3pPr lvl="2">
              <a:lnSpc>
                <a:spcPct val="90000"/>
              </a:lnSpc>
              <a:spcBef>
                <a:spcPts val="0"/>
              </a:spcBef>
              <a:spcAft>
                <a:spcPts val="0"/>
              </a:spcAft>
              <a:buNone/>
              <a:defRPr sz="2800"/>
            </a:lvl3pPr>
            <a:lvl4pPr lvl="3">
              <a:lnSpc>
                <a:spcPct val="90000"/>
              </a:lnSpc>
              <a:spcBef>
                <a:spcPts val="0"/>
              </a:spcBef>
              <a:spcAft>
                <a:spcPts val="0"/>
              </a:spcAft>
              <a:buNone/>
              <a:defRPr sz="2800"/>
            </a:lvl4pPr>
            <a:lvl5pPr lvl="4">
              <a:lnSpc>
                <a:spcPct val="90000"/>
              </a:lnSpc>
              <a:spcBef>
                <a:spcPts val="0"/>
              </a:spcBef>
              <a:spcAft>
                <a:spcPts val="0"/>
              </a:spcAft>
              <a:buNone/>
              <a:defRPr sz="2800"/>
            </a:lvl5pPr>
            <a:lvl6pPr lvl="5">
              <a:lnSpc>
                <a:spcPct val="90000"/>
              </a:lnSpc>
              <a:spcBef>
                <a:spcPts val="0"/>
              </a:spcBef>
              <a:spcAft>
                <a:spcPts val="0"/>
              </a:spcAft>
              <a:buNone/>
              <a:defRPr sz="2800"/>
            </a:lvl6pPr>
            <a:lvl7pPr lvl="6">
              <a:lnSpc>
                <a:spcPct val="90000"/>
              </a:lnSpc>
              <a:spcBef>
                <a:spcPts val="0"/>
              </a:spcBef>
              <a:spcAft>
                <a:spcPts val="0"/>
              </a:spcAft>
              <a:buNone/>
              <a:defRPr sz="2800"/>
            </a:lvl7pPr>
            <a:lvl8pPr lvl="7">
              <a:lnSpc>
                <a:spcPct val="90000"/>
              </a:lnSpc>
              <a:spcBef>
                <a:spcPts val="0"/>
              </a:spcBef>
              <a:spcAft>
                <a:spcPts val="0"/>
              </a:spcAft>
              <a:buNone/>
              <a:defRPr sz="2800"/>
            </a:lvl8pPr>
            <a:lvl9pPr lvl="8">
              <a:lnSpc>
                <a:spcPct val="90000"/>
              </a:lnSpc>
              <a:spcBef>
                <a:spcPts val="0"/>
              </a:spcBef>
              <a:spcAft>
                <a:spcPts val="0"/>
              </a:spcAft>
              <a:buNone/>
              <a:defRPr sz="2800"/>
            </a:lvl9pPr>
          </a:lstStyle>
          <a:p/>
        </p:txBody>
      </p:sp>
      <p:sp>
        <p:nvSpPr>
          <p:cNvPr id="259" name="Google Shape;259;p34"/>
          <p:cNvSpPr/>
          <p:nvPr>
            <p:ph idx="3" type="pic"/>
          </p:nvPr>
        </p:nvSpPr>
        <p:spPr>
          <a:xfrm>
            <a:off x="361975" y="1066100"/>
            <a:ext cx="1967700" cy="1311600"/>
          </a:xfrm>
          <a:prstGeom prst="rect">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header">
  <p:cSld name="CUSTOM_2_1_2_1_2">
    <p:bg>
      <p:bgPr>
        <a:solidFill>
          <a:schemeClr val="lt1"/>
        </a:solidFill>
      </p:bgPr>
    </p:bg>
    <p:spTree>
      <p:nvGrpSpPr>
        <p:cNvPr id="260" name="Shape 260"/>
        <p:cNvGrpSpPr/>
        <p:nvPr/>
      </p:nvGrpSpPr>
      <p:grpSpPr>
        <a:xfrm>
          <a:off x="0" y="0"/>
          <a:ext cx="0" cy="0"/>
          <a:chOff x="0" y="0"/>
          <a:chExt cx="0" cy="0"/>
        </a:xfrm>
      </p:grpSpPr>
      <p:sp>
        <p:nvSpPr>
          <p:cNvPr id="261" name="Google Shape;261;p35"/>
          <p:cNvSpPr/>
          <p:nvPr>
            <p:ph idx="2" type="pic"/>
          </p:nvPr>
        </p:nvSpPr>
        <p:spPr>
          <a:xfrm>
            <a:off x="361975" y="781775"/>
            <a:ext cx="2872800" cy="3783300"/>
          </a:xfrm>
          <a:prstGeom prst="rect">
            <a:avLst/>
          </a:prstGeom>
          <a:noFill/>
          <a:ln>
            <a:noFill/>
          </a:ln>
        </p:spPr>
      </p:sp>
      <p:sp>
        <p:nvSpPr>
          <p:cNvPr id="262" name="Google Shape;262;p3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63" name="Google Shape;263;p3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64" name="Google Shape;264;p35"/>
          <p:cNvSpPr txBox="1"/>
          <p:nvPr>
            <p:ph idx="3" type="subTitle"/>
          </p:nvPr>
        </p:nvSpPr>
        <p:spPr>
          <a:xfrm>
            <a:off x="3657600" y="1051772"/>
            <a:ext cx="4163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265" name="Google Shape;265;p35"/>
          <p:cNvSpPr txBox="1"/>
          <p:nvPr>
            <p:ph type="title"/>
          </p:nvPr>
        </p:nvSpPr>
        <p:spPr>
          <a:xfrm>
            <a:off x="3657600" y="1555450"/>
            <a:ext cx="5622000" cy="17505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800">
                <a:solidFill>
                  <a:schemeClr val="dk1"/>
                </a:solidFill>
              </a:defRPr>
            </a:lvl1pPr>
            <a:lvl2pPr lvl="1">
              <a:lnSpc>
                <a:spcPct val="90000"/>
              </a:lnSpc>
              <a:spcBef>
                <a:spcPts val="0"/>
              </a:spcBef>
              <a:spcAft>
                <a:spcPts val="0"/>
              </a:spcAft>
              <a:buNone/>
              <a:defRPr sz="2800">
                <a:solidFill>
                  <a:schemeClr val="dk1"/>
                </a:solidFill>
              </a:defRPr>
            </a:lvl2pPr>
            <a:lvl3pPr lvl="2">
              <a:lnSpc>
                <a:spcPct val="90000"/>
              </a:lnSpc>
              <a:spcBef>
                <a:spcPts val="0"/>
              </a:spcBef>
              <a:spcAft>
                <a:spcPts val="0"/>
              </a:spcAft>
              <a:buNone/>
              <a:defRPr sz="2800">
                <a:solidFill>
                  <a:schemeClr val="dk1"/>
                </a:solidFill>
              </a:defRPr>
            </a:lvl3pPr>
            <a:lvl4pPr lvl="3">
              <a:lnSpc>
                <a:spcPct val="90000"/>
              </a:lnSpc>
              <a:spcBef>
                <a:spcPts val="0"/>
              </a:spcBef>
              <a:spcAft>
                <a:spcPts val="0"/>
              </a:spcAft>
              <a:buNone/>
              <a:defRPr sz="2800">
                <a:solidFill>
                  <a:schemeClr val="dk1"/>
                </a:solidFill>
              </a:defRPr>
            </a:lvl4pPr>
            <a:lvl5pPr lvl="4">
              <a:lnSpc>
                <a:spcPct val="90000"/>
              </a:lnSpc>
              <a:spcBef>
                <a:spcPts val="0"/>
              </a:spcBef>
              <a:spcAft>
                <a:spcPts val="0"/>
              </a:spcAft>
              <a:buNone/>
              <a:defRPr sz="2800">
                <a:solidFill>
                  <a:schemeClr val="dk1"/>
                </a:solidFill>
              </a:defRPr>
            </a:lvl5pPr>
            <a:lvl6pPr lvl="5">
              <a:lnSpc>
                <a:spcPct val="90000"/>
              </a:lnSpc>
              <a:spcBef>
                <a:spcPts val="0"/>
              </a:spcBef>
              <a:spcAft>
                <a:spcPts val="0"/>
              </a:spcAft>
              <a:buNone/>
              <a:defRPr sz="2800">
                <a:solidFill>
                  <a:schemeClr val="dk1"/>
                </a:solidFill>
              </a:defRPr>
            </a:lvl6pPr>
            <a:lvl7pPr lvl="6">
              <a:lnSpc>
                <a:spcPct val="90000"/>
              </a:lnSpc>
              <a:spcBef>
                <a:spcPts val="0"/>
              </a:spcBef>
              <a:spcAft>
                <a:spcPts val="0"/>
              </a:spcAft>
              <a:buNone/>
              <a:defRPr sz="2800">
                <a:solidFill>
                  <a:schemeClr val="dk1"/>
                </a:solidFill>
              </a:defRPr>
            </a:lvl7pPr>
            <a:lvl8pPr lvl="7">
              <a:lnSpc>
                <a:spcPct val="90000"/>
              </a:lnSpc>
              <a:spcBef>
                <a:spcPts val="0"/>
              </a:spcBef>
              <a:spcAft>
                <a:spcPts val="0"/>
              </a:spcAft>
              <a:buNone/>
              <a:defRPr sz="2800">
                <a:solidFill>
                  <a:schemeClr val="dk1"/>
                </a:solidFill>
              </a:defRPr>
            </a:lvl8pPr>
            <a:lvl9pPr lvl="8">
              <a:lnSpc>
                <a:spcPct val="90000"/>
              </a:lnSpc>
              <a:spcBef>
                <a:spcPts val="0"/>
              </a:spcBef>
              <a:spcAft>
                <a:spcPts val="0"/>
              </a:spcAft>
              <a:buNone/>
              <a:defRPr sz="2800">
                <a:solidFill>
                  <a:schemeClr val="dk1"/>
                </a:solidFill>
              </a:defRPr>
            </a:lvl9pPr>
          </a:lstStyle>
          <a:p/>
        </p:txBody>
      </p:sp>
      <p:sp>
        <p:nvSpPr>
          <p:cNvPr id="266" name="Google Shape;266;p35"/>
          <p:cNvSpPr txBox="1"/>
          <p:nvPr>
            <p:ph idx="4" type="body"/>
          </p:nvPr>
        </p:nvSpPr>
        <p:spPr>
          <a:xfrm>
            <a:off x="3657600" y="3556575"/>
            <a:ext cx="3554400" cy="1029300"/>
          </a:xfrm>
          <a:prstGeom prst="rect">
            <a:avLst/>
          </a:prstGeom>
        </p:spPr>
        <p:txBody>
          <a:bodyPr anchorCtr="0" anchor="b" bIns="0" lIns="0" spcFirstLastPara="1" rIns="0" wrap="square" tIns="0">
            <a:sp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5">
  <p:cSld name="CUSTOM_2_1_2_1_1">
    <p:bg>
      <p:bgPr>
        <a:solidFill>
          <a:schemeClr val="accent2"/>
        </a:solidFill>
      </p:bgPr>
    </p:bg>
    <p:spTree>
      <p:nvGrpSpPr>
        <p:cNvPr id="267" name="Shape 267"/>
        <p:cNvGrpSpPr/>
        <p:nvPr/>
      </p:nvGrpSpPr>
      <p:grpSpPr>
        <a:xfrm>
          <a:off x="0" y="0"/>
          <a:ext cx="0" cy="0"/>
          <a:chOff x="0" y="0"/>
          <a:chExt cx="0" cy="0"/>
        </a:xfrm>
      </p:grpSpPr>
      <p:pic>
        <p:nvPicPr>
          <p:cNvPr descr="The reflective glass facade of a skyscraper. " id="268" name="Google Shape;268;p36"/>
          <p:cNvPicPr preferRelativeResize="0"/>
          <p:nvPr/>
        </p:nvPicPr>
        <p:blipFill rotWithShape="1">
          <a:blip r:embed="rId2">
            <a:alphaModFix amt="14000"/>
          </a:blip>
          <a:srcRect b="15604" l="0" r="0" t="0"/>
          <a:stretch/>
        </p:blipFill>
        <p:spPr>
          <a:xfrm>
            <a:off x="0" y="-8150"/>
            <a:ext cx="9144003" cy="5143501"/>
          </a:xfrm>
          <a:prstGeom prst="rect">
            <a:avLst/>
          </a:prstGeom>
          <a:noFill/>
          <a:ln>
            <a:noFill/>
          </a:ln>
        </p:spPr>
      </p:pic>
      <p:sp>
        <p:nvSpPr>
          <p:cNvPr id="269" name="Google Shape;269;p3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70" name="Google Shape;270;p3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1" name="Google Shape;271;p36"/>
          <p:cNvSpPr txBox="1"/>
          <p:nvPr>
            <p:ph idx="2" type="body"/>
          </p:nvPr>
        </p:nvSpPr>
        <p:spPr>
          <a:xfrm>
            <a:off x="1957800" y="4195275"/>
            <a:ext cx="5228400" cy="390600"/>
          </a:xfrm>
          <a:prstGeom prst="rect">
            <a:avLst/>
          </a:prstGeom>
        </p:spPr>
        <p:txBody>
          <a:bodyPr anchorCtr="0" anchor="b" bIns="0" lIns="0" spcFirstLastPara="1" rIns="0" wrap="square" tIns="0">
            <a:noAutofit/>
          </a:bodyPr>
          <a:lstStyle>
            <a:lvl1pPr indent="-292100" lvl="0" marL="457200" algn="ctr">
              <a:spcBef>
                <a:spcPts val="0"/>
              </a:spcBef>
              <a:spcAft>
                <a:spcPts val="0"/>
              </a:spcAft>
              <a:buClr>
                <a:schemeClr val="lt1"/>
              </a:buClr>
              <a:buSzPts val="1000"/>
              <a:buFont typeface="DM Sans"/>
              <a:buChar char="●"/>
              <a:defRPr sz="1000"/>
            </a:lvl1pPr>
            <a:lvl2pPr indent="-292100" lvl="1" marL="914400" algn="ctr">
              <a:spcBef>
                <a:spcPts val="800"/>
              </a:spcBef>
              <a:spcAft>
                <a:spcPts val="0"/>
              </a:spcAft>
              <a:buClr>
                <a:schemeClr val="lt1"/>
              </a:buClr>
              <a:buSzPts val="1000"/>
              <a:buFont typeface="DM Sans"/>
              <a:buChar char="○"/>
              <a:defRPr sz="1000"/>
            </a:lvl2pPr>
            <a:lvl3pPr indent="-292100" lvl="2" marL="1371600" algn="ctr">
              <a:spcBef>
                <a:spcPts val="800"/>
              </a:spcBef>
              <a:spcAft>
                <a:spcPts val="0"/>
              </a:spcAft>
              <a:buClr>
                <a:schemeClr val="lt1"/>
              </a:buClr>
              <a:buSzPts val="1000"/>
              <a:buFont typeface="DM Sans"/>
              <a:buChar char="■"/>
              <a:defRPr sz="1000"/>
            </a:lvl3pPr>
            <a:lvl4pPr indent="-292100" lvl="3" marL="1828800" algn="ctr">
              <a:spcBef>
                <a:spcPts val="800"/>
              </a:spcBef>
              <a:spcAft>
                <a:spcPts val="0"/>
              </a:spcAft>
              <a:buClr>
                <a:schemeClr val="lt1"/>
              </a:buClr>
              <a:buSzPts val="1000"/>
              <a:buFont typeface="DM Sans"/>
              <a:buChar char="●"/>
              <a:defRPr sz="1000"/>
            </a:lvl4pPr>
            <a:lvl5pPr indent="-292100" lvl="4" marL="2286000" algn="ctr">
              <a:spcBef>
                <a:spcPts val="800"/>
              </a:spcBef>
              <a:spcAft>
                <a:spcPts val="0"/>
              </a:spcAft>
              <a:buClr>
                <a:schemeClr val="lt1"/>
              </a:buClr>
              <a:buSzPts val="1000"/>
              <a:buFont typeface="DM Sans"/>
              <a:buChar char="○"/>
              <a:defRPr sz="1000"/>
            </a:lvl5pPr>
            <a:lvl6pPr indent="-292100" lvl="5" marL="2743200" algn="ctr">
              <a:spcBef>
                <a:spcPts val="800"/>
              </a:spcBef>
              <a:spcAft>
                <a:spcPts val="0"/>
              </a:spcAft>
              <a:buClr>
                <a:schemeClr val="lt1"/>
              </a:buClr>
              <a:buSzPts val="1000"/>
              <a:buFont typeface="DM Sans"/>
              <a:buChar char="■"/>
              <a:defRPr sz="1000"/>
            </a:lvl6pPr>
            <a:lvl7pPr indent="-292100" lvl="6" marL="3200400" algn="ctr">
              <a:spcBef>
                <a:spcPts val="800"/>
              </a:spcBef>
              <a:spcAft>
                <a:spcPts val="0"/>
              </a:spcAft>
              <a:buClr>
                <a:schemeClr val="lt1"/>
              </a:buClr>
              <a:buSzPts val="1000"/>
              <a:buFont typeface="DM Sans"/>
              <a:buChar char="●"/>
              <a:defRPr sz="1000"/>
            </a:lvl7pPr>
            <a:lvl8pPr indent="-292100" lvl="7" marL="3657600" algn="ctr">
              <a:spcBef>
                <a:spcPts val="800"/>
              </a:spcBef>
              <a:spcAft>
                <a:spcPts val="0"/>
              </a:spcAft>
              <a:buClr>
                <a:schemeClr val="lt1"/>
              </a:buClr>
              <a:buSzPts val="1000"/>
              <a:buFont typeface="DM Sans"/>
              <a:buChar char="○"/>
              <a:defRPr sz="1000"/>
            </a:lvl8pPr>
            <a:lvl9pPr indent="-292100" lvl="8" marL="4114800" algn="ctr">
              <a:spcBef>
                <a:spcPts val="800"/>
              </a:spcBef>
              <a:spcAft>
                <a:spcPts val="800"/>
              </a:spcAft>
              <a:buClr>
                <a:schemeClr val="lt1"/>
              </a:buClr>
              <a:buSzPts val="1000"/>
              <a:buFont typeface="DM Sans"/>
              <a:buChar char="■"/>
              <a:defRPr sz="1000"/>
            </a:lvl9pPr>
          </a:lstStyle>
          <a:p/>
        </p:txBody>
      </p:sp>
      <p:sp>
        <p:nvSpPr>
          <p:cNvPr id="272" name="Google Shape;272;p36"/>
          <p:cNvSpPr txBox="1"/>
          <p:nvPr>
            <p:ph idx="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73" name="Google Shape;273;p36"/>
          <p:cNvSpPr txBox="1"/>
          <p:nvPr>
            <p:ph type="title"/>
          </p:nvPr>
        </p:nvSpPr>
        <p:spPr>
          <a:xfrm>
            <a:off x="719400" y="988550"/>
            <a:ext cx="7705200" cy="587700"/>
          </a:xfrm>
          <a:prstGeom prst="rect">
            <a:avLst/>
          </a:prstGeom>
        </p:spPr>
        <p:txBody>
          <a:bodyPr anchorCtr="0" anchor="t" bIns="0" lIns="0" spcFirstLastPara="1" rIns="0" wrap="square" tIns="0">
            <a:spAutoFit/>
          </a:bodyPr>
          <a:lstStyle>
            <a:lvl1pPr lvl="0" algn="ctr">
              <a:lnSpc>
                <a:spcPct val="90000"/>
              </a:lnSpc>
              <a:spcBef>
                <a:spcPts val="0"/>
              </a:spcBef>
              <a:spcAft>
                <a:spcPts val="0"/>
              </a:spcAft>
              <a:buNone/>
              <a:defRPr/>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p:txBody>
      </p:sp>
      <p:sp>
        <p:nvSpPr>
          <p:cNvPr id="274" name="Google Shape;274;p36"/>
          <p:cNvSpPr/>
          <p:nvPr>
            <p:ph idx="4" type="pic"/>
          </p:nvPr>
        </p:nvSpPr>
        <p:spPr>
          <a:xfrm>
            <a:off x="3588150" y="2027104"/>
            <a:ext cx="1967700" cy="1311600"/>
          </a:xfrm>
          <a:prstGeom prst="rect">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2">
  <p:cSld name="CUSTOM_2_1_1_1">
    <p:bg>
      <p:bgPr>
        <a:solidFill>
          <a:schemeClr val="accent1"/>
        </a:solidFill>
      </p:bgPr>
    </p:bg>
    <p:spTree>
      <p:nvGrpSpPr>
        <p:cNvPr id="275" name="Shape 275"/>
        <p:cNvGrpSpPr/>
        <p:nvPr/>
      </p:nvGrpSpPr>
      <p:grpSpPr>
        <a:xfrm>
          <a:off x="0" y="0"/>
          <a:ext cx="0" cy="0"/>
          <a:chOff x="0" y="0"/>
          <a:chExt cx="0" cy="0"/>
        </a:xfrm>
      </p:grpSpPr>
      <p:pic>
        <p:nvPicPr>
          <p:cNvPr descr="A modern glass skyscraper. " id="276" name="Google Shape;276;p37"/>
          <p:cNvPicPr preferRelativeResize="0"/>
          <p:nvPr/>
        </p:nvPicPr>
        <p:blipFill rotWithShape="1">
          <a:blip r:embed="rId2">
            <a:alphaModFix amt="14000"/>
          </a:blip>
          <a:srcRect b="15604" l="0" r="0" t="0"/>
          <a:stretch/>
        </p:blipFill>
        <p:spPr>
          <a:xfrm>
            <a:off x="0" y="-8150"/>
            <a:ext cx="9144003" cy="5143501"/>
          </a:xfrm>
          <a:prstGeom prst="rect">
            <a:avLst/>
          </a:prstGeom>
          <a:noFill/>
          <a:ln>
            <a:noFill/>
          </a:ln>
        </p:spPr>
      </p:pic>
      <p:sp>
        <p:nvSpPr>
          <p:cNvPr id="277" name="Google Shape;277;p3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78" name="Google Shape;278;p3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9" name="Google Shape;279;p37"/>
          <p:cNvSpPr txBox="1"/>
          <p:nvPr>
            <p:ph idx="2"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80" name="Google Shape;280;p37"/>
          <p:cNvSpPr txBox="1"/>
          <p:nvPr>
            <p:ph type="title"/>
          </p:nvPr>
        </p:nvSpPr>
        <p:spPr>
          <a:xfrm>
            <a:off x="1128900" y="1430400"/>
            <a:ext cx="6886200" cy="2282700"/>
          </a:xfrm>
          <a:prstGeom prst="rect">
            <a:avLst/>
          </a:prstGeom>
        </p:spPr>
        <p:txBody>
          <a:bodyPr anchorCtr="0" anchor="ctr" bIns="0" lIns="0" spcFirstLastPara="1" rIns="0" wrap="square" tIns="0">
            <a:noAutofit/>
          </a:bodyPr>
          <a:lstStyle>
            <a:lvl1pPr lvl="0" algn="ctr">
              <a:spcBef>
                <a:spcPts val="0"/>
              </a:spcBef>
              <a:spcAft>
                <a:spcPts val="0"/>
              </a:spcAft>
              <a:buNone/>
              <a:defRPr sz="2800"/>
            </a:lvl1pPr>
            <a:lvl2pPr lvl="1" algn="ctr">
              <a:lnSpc>
                <a:spcPct val="115000"/>
              </a:lnSpc>
              <a:spcBef>
                <a:spcPts val="0"/>
              </a:spcBef>
              <a:spcAft>
                <a:spcPts val="0"/>
              </a:spcAft>
              <a:buNone/>
              <a:defRPr/>
            </a:lvl2pPr>
            <a:lvl3pPr lvl="2" algn="ctr">
              <a:lnSpc>
                <a:spcPct val="115000"/>
              </a:lnSpc>
              <a:spcBef>
                <a:spcPts val="0"/>
              </a:spcBef>
              <a:spcAft>
                <a:spcPts val="0"/>
              </a:spcAft>
              <a:buNone/>
              <a:defRPr/>
            </a:lvl3pPr>
            <a:lvl4pPr lvl="3" algn="ctr">
              <a:lnSpc>
                <a:spcPct val="115000"/>
              </a:lnSpc>
              <a:spcBef>
                <a:spcPts val="0"/>
              </a:spcBef>
              <a:spcAft>
                <a:spcPts val="0"/>
              </a:spcAft>
              <a:buNone/>
              <a:defRPr/>
            </a:lvl4pPr>
            <a:lvl5pPr lvl="4" algn="ctr">
              <a:lnSpc>
                <a:spcPct val="115000"/>
              </a:lnSpc>
              <a:spcBef>
                <a:spcPts val="0"/>
              </a:spcBef>
              <a:spcAft>
                <a:spcPts val="0"/>
              </a:spcAft>
              <a:buNone/>
              <a:defRPr/>
            </a:lvl5pPr>
            <a:lvl6pPr lvl="5" algn="ctr">
              <a:lnSpc>
                <a:spcPct val="115000"/>
              </a:lnSpc>
              <a:spcBef>
                <a:spcPts val="0"/>
              </a:spcBef>
              <a:spcAft>
                <a:spcPts val="0"/>
              </a:spcAft>
              <a:buNone/>
              <a:defRPr/>
            </a:lvl6pPr>
            <a:lvl7pPr lvl="6" algn="ctr">
              <a:lnSpc>
                <a:spcPct val="115000"/>
              </a:lnSpc>
              <a:spcBef>
                <a:spcPts val="0"/>
              </a:spcBef>
              <a:spcAft>
                <a:spcPts val="0"/>
              </a:spcAft>
              <a:buNone/>
              <a:defRPr/>
            </a:lvl7pPr>
            <a:lvl8pPr lvl="7" algn="ctr">
              <a:lnSpc>
                <a:spcPct val="115000"/>
              </a:lnSpc>
              <a:spcBef>
                <a:spcPts val="0"/>
              </a:spcBef>
              <a:spcAft>
                <a:spcPts val="0"/>
              </a:spcAft>
              <a:buNone/>
              <a:defRPr/>
            </a:lvl8pPr>
            <a:lvl9pPr lvl="8" algn="ctr">
              <a:lnSpc>
                <a:spcPct val="115000"/>
              </a:lnSpc>
              <a:spcBef>
                <a:spcPts val="0"/>
              </a:spcBef>
              <a:spcAft>
                <a:spcPts val="0"/>
              </a:spcAft>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overview - Six modules">
  <p:cSld name="CUSTOM_3">
    <p:bg>
      <p:bgPr>
        <a:solidFill>
          <a:schemeClr val="lt1"/>
        </a:solidFill>
      </p:bgPr>
    </p:bg>
    <p:spTree>
      <p:nvGrpSpPr>
        <p:cNvPr id="281" name="Shape 281"/>
        <p:cNvGrpSpPr/>
        <p:nvPr/>
      </p:nvGrpSpPr>
      <p:grpSpPr>
        <a:xfrm>
          <a:off x="0" y="0"/>
          <a:ext cx="0" cy="0"/>
          <a:chOff x="0" y="0"/>
          <a:chExt cx="0" cy="0"/>
        </a:xfrm>
      </p:grpSpPr>
      <p:cxnSp>
        <p:nvCxnSpPr>
          <p:cNvPr id="282" name="Google Shape;282;p38"/>
          <p:cNvCxnSpPr/>
          <p:nvPr/>
        </p:nvCxnSpPr>
        <p:spPr>
          <a:xfrm>
            <a:off x="6096087" y="1794800"/>
            <a:ext cx="0" cy="2755200"/>
          </a:xfrm>
          <a:prstGeom prst="straightConnector1">
            <a:avLst/>
          </a:prstGeom>
          <a:noFill/>
          <a:ln cap="flat" cmpd="sng" w="19050">
            <a:solidFill>
              <a:schemeClr val="lt1"/>
            </a:solidFill>
            <a:prstDash val="solid"/>
            <a:round/>
            <a:headEnd len="med" w="med" type="none"/>
            <a:tailEnd len="med" w="med" type="none"/>
          </a:ln>
        </p:spPr>
      </p:cxnSp>
      <p:cxnSp>
        <p:nvCxnSpPr>
          <p:cNvPr id="283" name="Google Shape;283;p38"/>
          <p:cNvCxnSpPr/>
          <p:nvPr/>
        </p:nvCxnSpPr>
        <p:spPr>
          <a:xfrm>
            <a:off x="3048087" y="1794800"/>
            <a:ext cx="0" cy="2755200"/>
          </a:xfrm>
          <a:prstGeom prst="straightConnector1">
            <a:avLst/>
          </a:prstGeom>
          <a:noFill/>
          <a:ln cap="flat" cmpd="sng" w="19050">
            <a:solidFill>
              <a:schemeClr val="lt1"/>
            </a:solidFill>
            <a:prstDash val="solid"/>
            <a:round/>
            <a:headEnd len="med" w="med" type="none"/>
            <a:tailEnd len="med" w="med" type="none"/>
          </a:ln>
        </p:spPr>
      </p:cxnSp>
      <p:cxnSp>
        <p:nvCxnSpPr>
          <p:cNvPr id="284" name="Google Shape;284;p38"/>
          <p:cNvCxnSpPr/>
          <p:nvPr/>
        </p:nvCxnSpPr>
        <p:spPr>
          <a:xfrm>
            <a:off x="50" y="3174279"/>
            <a:ext cx="9144000" cy="0"/>
          </a:xfrm>
          <a:prstGeom prst="straightConnector1">
            <a:avLst/>
          </a:prstGeom>
          <a:noFill/>
          <a:ln cap="flat" cmpd="sng" w="19050">
            <a:solidFill>
              <a:schemeClr val="lt1"/>
            </a:solidFill>
            <a:prstDash val="solid"/>
            <a:round/>
            <a:headEnd len="med" w="med" type="none"/>
            <a:tailEnd len="med" w="med" type="none"/>
          </a:ln>
        </p:spPr>
      </p:cxnSp>
      <p:sp>
        <p:nvSpPr>
          <p:cNvPr id="285" name="Google Shape;285;p38"/>
          <p:cNvSpPr txBox="1"/>
          <p:nvPr>
            <p:ph idx="1" type="subTitle"/>
          </p:nvPr>
        </p:nvSpPr>
        <p:spPr>
          <a:xfrm>
            <a:off x="363200"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86" name="Google Shape;286;p38"/>
          <p:cNvSpPr txBox="1"/>
          <p:nvPr>
            <p:ph idx="2" type="subTitle"/>
          </p:nvPr>
        </p:nvSpPr>
        <p:spPr>
          <a:xfrm>
            <a:off x="361975"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87" name="Google Shape;287;p3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88" name="Google Shape;288;p38"/>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89" name="Google Shape;289;p38"/>
          <p:cNvSpPr txBox="1"/>
          <p:nvPr>
            <p:ph type="title"/>
          </p:nvPr>
        </p:nvSpPr>
        <p:spPr>
          <a:xfrm>
            <a:off x="361975" y="962092"/>
            <a:ext cx="57186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290" name="Google Shape;290;p38"/>
          <p:cNvSpPr txBox="1"/>
          <p:nvPr>
            <p:ph idx="4" type="subTitle"/>
          </p:nvPr>
        </p:nvSpPr>
        <p:spPr>
          <a:xfrm>
            <a:off x="3411825"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1" name="Google Shape;291;p38"/>
          <p:cNvSpPr txBox="1"/>
          <p:nvPr>
            <p:ph idx="5" type="subTitle"/>
          </p:nvPr>
        </p:nvSpPr>
        <p:spPr>
          <a:xfrm>
            <a:off x="3410600"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2" name="Google Shape;292;p38"/>
          <p:cNvSpPr txBox="1"/>
          <p:nvPr>
            <p:ph idx="6" type="subTitle"/>
          </p:nvPr>
        </p:nvSpPr>
        <p:spPr>
          <a:xfrm>
            <a:off x="6460475"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3" name="Google Shape;293;p38"/>
          <p:cNvSpPr txBox="1"/>
          <p:nvPr>
            <p:ph idx="7" type="subTitle"/>
          </p:nvPr>
        </p:nvSpPr>
        <p:spPr>
          <a:xfrm>
            <a:off x="6459250"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4" name="Google Shape;294;p38"/>
          <p:cNvSpPr txBox="1"/>
          <p:nvPr>
            <p:ph idx="8" type="subTitle"/>
          </p:nvPr>
        </p:nvSpPr>
        <p:spPr>
          <a:xfrm>
            <a:off x="363200"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5" name="Google Shape;295;p38"/>
          <p:cNvSpPr txBox="1"/>
          <p:nvPr>
            <p:ph idx="9" type="subTitle"/>
          </p:nvPr>
        </p:nvSpPr>
        <p:spPr>
          <a:xfrm>
            <a:off x="361975"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6" name="Google Shape;296;p38"/>
          <p:cNvSpPr txBox="1"/>
          <p:nvPr>
            <p:ph idx="13" type="subTitle"/>
          </p:nvPr>
        </p:nvSpPr>
        <p:spPr>
          <a:xfrm>
            <a:off x="3411825"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7" name="Google Shape;297;p38"/>
          <p:cNvSpPr txBox="1"/>
          <p:nvPr>
            <p:ph idx="14" type="subTitle"/>
          </p:nvPr>
        </p:nvSpPr>
        <p:spPr>
          <a:xfrm>
            <a:off x="3410600"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8" name="Google Shape;298;p38"/>
          <p:cNvSpPr txBox="1"/>
          <p:nvPr>
            <p:ph idx="15" type="subTitle"/>
          </p:nvPr>
        </p:nvSpPr>
        <p:spPr>
          <a:xfrm>
            <a:off x="6460475"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9" name="Google Shape;299;p38"/>
          <p:cNvSpPr txBox="1"/>
          <p:nvPr>
            <p:ph idx="16" type="subTitle"/>
          </p:nvPr>
        </p:nvSpPr>
        <p:spPr>
          <a:xfrm>
            <a:off x="6459250"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1">
  <p:cSld name="CUSTOM_4">
    <p:spTree>
      <p:nvGrpSpPr>
        <p:cNvPr id="300" name="Shape 300"/>
        <p:cNvGrpSpPr/>
        <p:nvPr/>
      </p:nvGrpSpPr>
      <p:grpSpPr>
        <a:xfrm>
          <a:off x="0" y="0"/>
          <a:ext cx="0" cy="0"/>
          <a:chOff x="0" y="0"/>
          <a:chExt cx="0" cy="0"/>
        </a:xfrm>
      </p:grpSpPr>
      <p:sp>
        <p:nvSpPr>
          <p:cNvPr id="301" name="Google Shape;301;p39"/>
          <p:cNvSpPr txBox="1"/>
          <p:nvPr>
            <p:ph idx="1" type="subTitle"/>
          </p:nvPr>
        </p:nvSpPr>
        <p:spPr>
          <a:xfrm>
            <a:off x="742900" y="2158550"/>
            <a:ext cx="3213000" cy="1386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302" name="Google Shape;302;p39"/>
          <p:cNvSpPr txBox="1"/>
          <p:nvPr>
            <p:ph idx="2" type="body"/>
          </p:nvPr>
        </p:nvSpPr>
        <p:spPr>
          <a:xfrm>
            <a:off x="742900" y="2381875"/>
            <a:ext cx="3213000" cy="461700"/>
          </a:xfrm>
          <a:prstGeom prst="rect">
            <a:avLst/>
          </a:prstGeom>
          <a:noFill/>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03" name="Google Shape;303;p39"/>
          <p:cNvSpPr/>
          <p:nvPr>
            <p:ph idx="3" type="pic"/>
          </p:nvPr>
        </p:nvSpPr>
        <p:spPr>
          <a:xfrm>
            <a:off x="5402575" y="0"/>
            <a:ext cx="3739800" cy="3129600"/>
          </a:xfrm>
          <a:prstGeom prst="rect">
            <a:avLst/>
          </a:prstGeom>
          <a:noFill/>
          <a:ln cap="flat" cmpd="sng" w="9525">
            <a:solidFill>
              <a:schemeClr val="accent6"/>
            </a:solidFill>
            <a:prstDash val="solid"/>
            <a:round/>
            <a:headEnd len="sm" w="sm" type="none"/>
            <a:tailEnd len="sm" w="sm" type="none"/>
          </a:ln>
        </p:spPr>
      </p:sp>
      <p:sp>
        <p:nvSpPr>
          <p:cNvPr id="304" name="Google Shape;304;p39"/>
          <p:cNvSpPr txBox="1"/>
          <p:nvPr>
            <p:ph type="title"/>
          </p:nvPr>
        </p:nvSpPr>
        <p:spPr>
          <a:xfrm>
            <a:off x="361975" y="988550"/>
            <a:ext cx="4297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305" name="Google Shape;305;p39"/>
          <p:cNvSpPr txBox="1"/>
          <p:nvPr>
            <p:ph idx="4"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6" name="Google Shape;306;p3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07" name="Google Shape;307;p39"/>
          <p:cNvSpPr txBox="1"/>
          <p:nvPr>
            <p:ph idx="5"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8" name="Google Shape;308;p39"/>
          <p:cNvSpPr txBox="1"/>
          <p:nvPr>
            <p:ph idx="6" type="subTitle"/>
          </p:nvPr>
        </p:nvSpPr>
        <p:spPr>
          <a:xfrm>
            <a:off x="5785175" y="3335324"/>
            <a:ext cx="2991600" cy="2772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09" name="Google Shape;309;p39"/>
          <p:cNvSpPr txBox="1"/>
          <p:nvPr>
            <p:ph idx="7" type="subTitle"/>
          </p:nvPr>
        </p:nvSpPr>
        <p:spPr>
          <a:xfrm>
            <a:off x="742900" y="3910855"/>
            <a:ext cx="3213000" cy="138600"/>
          </a:xfrm>
          <a:prstGeom prst="rect">
            <a:avLst/>
          </a:prstGeom>
          <a:noFill/>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310" name="Google Shape;310;p39"/>
          <p:cNvSpPr txBox="1"/>
          <p:nvPr>
            <p:ph idx="8" type="body"/>
          </p:nvPr>
        </p:nvSpPr>
        <p:spPr>
          <a:xfrm>
            <a:off x="742900" y="4134180"/>
            <a:ext cx="3213000" cy="461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11" name="Google Shape;311;p39"/>
          <p:cNvSpPr txBox="1"/>
          <p:nvPr>
            <p:ph idx="9" type="subTitle"/>
          </p:nvPr>
        </p:nvSpPr>
        <p:spPr>
          <a:xfrm>
            <a:off x="742900" y="3050778"/>
            <a:ext cx="3213000" cy="138600"/>
          </a:xfrm>
          <a:prstGeom prst="rect">
            <a:avLst/>
          </a:prstGeom>
          <a:noFill/>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312" name="Google Shape;312;p39"/>
          <p:cNvSpPr txBox="1"/>
          <p:nvPr>
            <p:ph idx="13" type="body"/>
          </p:nvPr>
        </p:nvSpPr>
        <p:spPr>
          <a:xfrm>
            <a:off x="742900" y="3274103"/>
            <a:ext cx="3213000" cy="461700"/>
          </a:xfrm>
          <a:prstGeom prst="rect">
            <a:avLst/>
          </a:prstGeom>
          <a:noFill/>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13" name="Google Shape;313;p39"/>
          <p:cNvSpPr txBox="1"/>
          <p:nvPr>
            <p:ph idx="14" type="body"/>
          </p:nvPr>
        </p:nvSpPr>
        <p:spPr>
          <a:xfrm>
            <a:off x="5785175" y="4134175"/>
            <a:ext cx="2991600" cy="461700"/>
          </a:xfrm>
          <a:prstGeom prst="rect">
            <a:avLst/>
          </a:prstGeom>
        </p:spPr>
        <p:txBody>
          <a:bodyPr anchorCtr="0" anchor="b" bIns="0" lIns="0" spcFirstLastPara="1" rIns="0" wrap="square" tIns="0">
            <a:noAutofit/>
          </a:bodyPr>
          <a:lstStyle>
            <a:lvl1pPr indent="-292100" lvl="0" marL="457200">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2">
  <p:cSld name="CUSTOM_4_1">
    <p:spTree>
      <p:nvGrpSpPr>
        <p:cNvPr id="314" name="Shape 314"/>
        <p:cNvGrpSpPr/>
        <p:nvPr/>
      </p:nvGrpSpPr>
      <p:grpSpPr>
        <a:xfrm>
          <a:off x="0" y="0"/>
          <a:ext cx="0" cy="0"/>
          <a:chOff x="0" y="0"/>
          <a:chExt cx="0" cy="0"/>
        </a:xfrm>
      </p:grpSpPr>
      <p:sp>
        <p:nvSpPr>
          <p:cNvPr id="315" name="Google Shape;315;p40"/>
          <p:cNvSpPr/>
          <p:nvPr>
            <p:ph idx="2" type="pic"/>
          </p:nvPr>
        </p:nvSpPr>
        <p:spPr>
          <a:xfrm>
            <a:off x="75" y="0"/>
            <a:ext cx="2853300" cy="2436600"/>
          </a:xfrm>
          <a:prstGeom prst="rect">
            <a:avLst/>
          </a:prstGeom>
          <a:noFill/>
          <a:ln>
            <a:noFill/>
          </a:ln>
        </p:spPr>
      </p:sp>
      <p:sp>
        <p:nvSpPr>
          <p:cNvPr id="316" name="Google Shape;316;p4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17" name="Google Shape;317;p40"/>
          <p:cNvSpPr txBox="1"/>
          <p:nvPr>
            <p:ph idx="1" type="subTitle"/>
          </p:nvPr>
        </p:nvSpPr>
        <p:spPr>
          <a:xfrm>
            <a:off x="361975" y="2614325"/>
            <a:ext cx="2061600" cy="2772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Four members">
  <p:cSld name="CUSTOM_5">
    <p:bg>
      <p:bgPr>
        <a:solidFill>
          <a:schemeClr val="lt1"/>
        </a:solidFill>
      </p:bgPr>
    </p:bg>
    <p:spTree>
      <p:nvGrpSpPr>
        <p:cNvPr id="318" name="Shape 318"/>
        <p:cNvGrpSpPr/>
        <p:nvPr/>
      </p:nvGrpSpPr>
      <p:grpSpPr>
        <a:xfrm>
          <a:off x="0" y="0"/>
          <a:ext cx="0" cy="0"/>
          <a:chOff x="0" y="0"/>
          <a:chExt cx="0" cy="0"/>
        </a:xfrm>
      </p:grpSpPr>
      <p:sp>
        <p:nvSpPr>
          <p:cNvPr id="319" name="Google Shape;319;p41"/>
          <p:cNvSpPr txBox="1"/>
          <p:nvPr>
            <p:ph idx="1" type="body"/>
          </p:nvPr>
        </p:nvSpPr>
        <p:spPr>
          <a:xfrm>
            <a:off x="352800"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0" name="Google Shape;320;p41"/>
          <p:cNvSpPr txBox="1"/>
          <p:nvPr>
            <p:ph idx="2" type="body"/>
          </p:nvPr>
        </p:nvSpPr>
        <p:spPr>
          <a:xfrm>
            <a:off x="7187875"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1" name="Google Shape;321;p41"/>
          <p:cNvSpPr txBox="1"/>
          <p:nvPr>
            <p:ph idx="3" type="body"/>
          </p:nvPr>
        </p:nvSpPr>
        <p:spPr>
          <a:xfrm>
            <a:off x="4924400"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2" name="Google Shape;322;p41"/>
          <p:cNvSpPr txBox="1"/>
          <p:nvPr>
            <p:ph idx="4" type="body"/>
          </p:nvPr>
        </p:nvSpPr>
        <p:spPr>
          <a:xfrm>
            <a:off x="2643063"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3" name="Google Shape;323;p41"/>
          <p:cNvSpPr/>
          <p:nvPr>
            <p:ph idx="5" type="pic"/>
          </p:nvPr>
        </p:nvSpPr>
        <p:spPr>
          <a:xfrm>
            <a:off x="2941550" y="1923334"/>
            <a:ext cx="991800" cy="991800"/>
          </a:xfrm>
          <a:prstGeom prst="rect">
            <a:avLst/>
          </a:prstGeom>
          <a:noFill/>
          <a:ln>
            <a:noFill/>
          </a:ln>
        </p:spPr>
      </p:sp>
      <p:sp>
        <p:nvSpPr>
          <p:cNvPr id="324" name="Google Shape;324;p41"/>
          <p:cNvSpPr/>
          <p:nvPr>
            <p:ph idx="6" type="pic"/>
          </p:nvPr>
        </p:nvSpPr>
        <p:spPr>
          <a:xfrm>
            <a:off x="5227063" y="1923334"/>
            <a:ext cx="991800" cy="991800"/>
          </a:xfrm>
          <a:prstGeom prst="rect">
            <a:avLst/>
          </a:prstGeom>
          <a:noFill/>
          <a:ln>
            <a:noFill/>
          </a:ln>
        </p:spPr>
      </p:sp>
      <p:sp>
        <p:nvSpPr>
          <p:cNvPr id="325" name="Google Shape;325;p41"/>
          <p:cNvSpPr/>
          <p:nvPr>
            <p:ph idx="7" type="pic"/>
          </p:nvPr>
        </p:nvSpPr>
        <p:spPr>
          <a:xfrm>
            <a:off x="7495263" y="1923334"/>
            <a:ext cx="991800" cy="991800"/>
          </a:xfrm>
          <a:prstGeom prst="rect">
            <a:avLst/>
          </a:prstGeom>
          <a:noFill/>
          <a:ln>
            <a:noFill/>
          </a:ln>
        </p:spPr>
      </p:sp>
      <p:cxnSp>
        <p:nvCxnSpPr>
          <p:cNvPr id="326" name="Google Shape;326;p41"/>
          <p:cNvCxnSpPr/>
          <p:nvPr/>
        </p:nvCxnSpPr>
        <p:spPr>
          <a:xfrm>
            <a:off x="2286125" y="1801500"/>
            <a:ext cx="0" cy="3342000"/>
          </a:xfrm>
          <a:prstGeom prst="straightConnector1">
            <a:avLst/>
          </a:prstGeom>
          <a:noFill/>
          <a:ln cap="flat" cmpd="sng" w="19050">
            <a:solidFill>
              <a:schemeClr val="lt1"/>
            </a:solidFill>
            <a:prstDash val="solid"/>
            <a:round/>
            <a:headEnd len="med" w="med" type="none"/>
            <a:tailEnd len="med" w="med" type="none"/>
          </a:ln>
        </p:spPr>
      </p:cxnSp>
      <p:cxnSp>
        <p:nvCxnSpPr>
          <p:cNvPr id="327" name="Google Shape;327;p41"/>
          <p:cNvCxnSpPr/>
          <p:nvPr/>
        </p:nvCxnSpPr>
        <p:spPr>
          <a:xfrm>
            <a:off x="4580525" y="1801500"/>
            <a:ext cx="0" cy="3342000"/>
          </a:xfrm>
          <a:prstGeom prst="straightConnector1">
            <a:avLst/>
          </a:prstGeom>
          <a:noFill/>
          <a:ln cap="flat" cmpd="sng" w="19050">
            <a:solidFill>
              <a:schemeClr val="lt1"/>
            </a:solidFill>
            <a:prstDash val="solid"/>
            <a:round/>
            <a:headEnd len="med" w="med" type="none"/>
            <a:tailEnd len="med" w="med" type="none"/>
          </a:ln>
        </p:spPr>
      </p:cxnSp>
      <p:cxnSp>
        <p:nvCxnSpPr>
          <p:cNvPr id="328" name="Google Shape;328;p41"/>
          <p:cNvCxnSpPr/>
          <p:nvPr/>
        </p:nvCxnSpPr>
        <p:spPr>
          <a:xfrm>
            <a:off x="6857075" y="1801500"/>
            <a:ext cx="0" cy="3342000"/>
          </a:xfrm>
          <a:prstGeom prst="straightConnector1">
            <a:avLst/>
          </a:prstGeom>
          <a:noFill/>
          <a:ln cap="flat" cmpd="sng" w="19050">
            <a:solidFill>
              <a:schemeClr val="lt1"/>
            </a:solidFill>
            <a:prstDash val="solid"/>
            <a:round/>
            <a:headEnd len="med" w="med" type="none"/>
            <a:tailEnd len="med" w="med" type="none"/>
          </a:ln>
        </p:spPr>
      </p:cxnSp>
      <p:sp>
        <p:nvSpPr>
          <p:cNvPr id="329" name="Google Shape;329;p41"/>
          <p:cNvSpPr/>
          <p:nvPr>
            <p:ph idx="8" type="pic"/>
          </p:nvPr>
        </p:nvSpPr>
        <p:spPr>
          <a:xfrm>
            <a:off x="651288" y="1923334"/>
            <a:ext cx="991800" cy="991800"/>
          </a:xfrm>
          <a:prstGeom prst="rect">
            <a:avLst/>
          </a:prstGeom>
          <a:noFill/>
          <a:ln>
            <a:noFill/>
          </a:ln>
        </p:spPr>
      </p:sp>
      <p:sp>
        <p:nvSpPr>
          <p:cNvPr id="330" name="Google Shape;330;p41"/>
          <p:cNvSpPr txBox="1"/>
          <p:nvPr>
            <p:ph type="title"/>
          </p:nvPr>
        </p:nvSpPr>
        <p:spPr>
          <a:xfrm>
            <a:off x="361975" y="962092"/>
            <a:ext cx="57186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331" name="Google Shape;331;p4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32" name="Google Shape;332;p41"/>
          <p:cNvSpPr txBox="1"/>
          <p:nvPr>
            <p:ph idx="9"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33" name="Google Shape;333;p41"/>
          <p:cNvSpPr txBox="1"/>
          <p:nvPr>
            <p:ph idx="13" type="subTitle"/>
          </p:nvPr>
        </p:nvSpPr>
        <p:spPr>
          <a:xfrm>
            <a:off x="353250"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34" name="Google Shape;334;p41"/>
          <p:cNvSpPr txBox="1"/>
          <p:nvPr>
            <p:ph idx="14" type="subTitle"/>
          </p:nvPr>
        </p:nvSpPr>
        <p:spPr>
          <a:xfrm>
            <a:off x="353250"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35" name="Google Shape;335;p41"/>
          <p:cNvSpPr txBox="1"/>
          <p:nvPr>
            <p:ph idx="15" type="subTitle"/>
          </p:nvPr>
        </p:nvSpPr>
        <p:spPr>
          <a:xfrm>
            <a:off x="353250"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336" name="Google Shape;336;p41"/>
          <p:cNvSpPr txBox="1"/>
          <p:nvPr>
            <p:ph idx="16" type="subTitle"/>
          </p:nvPr>
        </p:nvSpPr>
        <p:spPr>
          <a:xfrm>
            <a:off x="7188325"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37" name="Google Shape;337;p41"/>
          <p:cNvSpPr txBox="1"/>
          <p:nvPr>
            <p:ph idx="17" type="subTitle"/>
          </p:nvPr>
        </p:nvSpPr>
        <p:spPr>
          <a:xfrm>
            <a:off x="7188325"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38" name="Google Shape;338;p41"/>
          <p:cNvSpPr txBox="1"/>
          <p:nvPr>
            <p:ph idx="18" type="subTitle"/>
          </p:nvPr>
        </p:nvSpPr>
        <p:spPr>
          <a:xfrm>
            <a:off x="7188325"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339" name="Google Shape;339;p41"/>
          <p:cNvSpPr txBox="1"/>
          <p:nvPr>
            <p:ph idx="19" type="subTitle"/>
          </p:nvPr>
        </p:nvSpPr>
        <p:spPr>
          <a:xfrm>
            <a:off x="4924850"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40" name="Google Shape;340;p41"/>
          <p:cNvSpPr txBox="1"/>
          <p:nvPr>
            <p:ph idx="20" type="subTitle"/>
          </p:nvPr>
        </p:nvSpPr>
        <p:spPr>
          <a:xfrm>
            <a:off x="4924850"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41" name="Google Shape;341;p41"/>
          <p:cNvSpPr txBox="1"/>
          <p:nvPr>
            <p:ph idx="21" type="subTitle"/>
          </p:nvPr>
        </p:nvSpPr>
        <p:spPr>
          <a:xfrm>
            <a:off x="4924850"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342" name="Google Shape;342;p41"/>
          <p:cNvSpPr txBox="1"/>
          <p:nvPr>
            <p:ph idx="22" type="subTitle"/>
          </p:nvPr>
        </p:nvSpPr>
        <p:spPr>
          <a:xfrm>
            <a:off x="2643513"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43" name="Google Shape;343;p41"/>
          <p:cNvSpPr txBox="1"/>
          <p:nvPr>
            <p:ph idx="23" type="subTitle"/>
          </p:nvPr>
        </p:nvSpPr>
        <p:spPr>
          <a:xfrm>
            <a:off x="2643513"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44" name="Google Shape;344;p41"/>
          <p:cNvSpPr txBox="1"/>
          <p:nvPr>
            <p:ph idx="24" type="subTitle"/>
          </p:nvPr>
        </p:nvSpPr>
        <p:spPr>
          <a:xfrm>
            <a:off x="2643513"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Eight members">
  <p:cSld name="CUSTOM_6">
    <p:spTree>
      <p:nvGrpSpPr>
        <p:cNvPr id="345" name="Shape 345"/>
        <p:cNvGrpSpPr/>
        <p:nvPr/>
      </p:nvGrpSpPr>
      <p:grpSpPr>
        <a:xfrm>
          <a:off x="0" y="0"/>
          <a:ext cx="0" cy="0"/>
          <a:chOff x="0" y="0"/>
          <a:chExt cx="0" cy="0"/>
        </a:xfrm>
      </p:grpSpPr>
      <p:sp>
        <p:nvSpPr>
          <p:cNvPr id="346" name="Google Shape;346;p42"/>
          <p:cNvSpPr txBox="1"/>
          <p:nvPr>
            <p:ph idx="1" type="subTitle"/>
          </p:nvPr>
        </p:nvSpPr>
        <p:spPr>
          <a:xfrm>
            <a:off x="6750600" y="1283963"/>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47" name="Google Shape;347;p42"/>
          <p:cNvSpPr txBox="1"/>
          <p:nvPr>
            <p:ph idx="2" type="subTitle"/>
          </p:nvPr>
        </p:nvSpPr>
        <p:spPr>
          <a:xfrm>
            <a:off x="6750600" y="1054750"/>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48" name="Google Shape;348;p42"/>
          <p:cNvSpPr txBox="1"/>
          <p:nvPr>
            <p:ph idx="3" type="subTitle"/>
          </p:nvPr>
        </p:nvSpPr>
        <p:spPr>
          <a:xfrm>
            <a:off x="6750600" y="1427900"/>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49" name="Google Shape;349;p42"/>
          <p:cNvSpPr/>
          <p:nvPr>
            <p:ph idx="4" type="pic"/>
          </p:nvPr>
        </p:nvSpPr>
        <p:spPr>
          <a:xfrm>
            <a:off x="6080709" y="1066100"/>
            <a:ext cx="530400" cy="530400"/>
          </a:xfrm>
          <a:prstGeom prst="rect">
            <a:avLst/>
          </a:prstGeom>
          <a:noFill/>
          <a:ln>
            <a:noFill/>
          </a:ln>
        </p:spPr>
      </p:sp>
      <p:sp>
        <p:nvSpPr>
          <p:cNvPr id="350" name="Google Shape;350;p42"/>
          <p:cNvSpPr txBox="1"/>
          <p:nvPr>
            <p:ph idx="5" type="subTitle"/>
          </p:nvPr>
        </p:nvSpPr>
        <p:spPr>
          <a:xfrm>
            <a:off x="3824550" y="1283963"/>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51" name="Google Shape;351;p42"/>
          <p:cNvSpPr txBox="1"/>
          <p:nvPr>
            <p:ph idx="6" type="subTitle"/>
          </p:nvPr>
        </p:nvSpPr>
        <p:spPr>
          <a:xfrm>
            <a:off x="3824550" y="1054750"/>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2" name="Google Shape;352;p42"/>
          <p:cNvSpPr txBox="1"/>
          <p:nvPr>
            <p:ph idx="7" type="subTitle"/>
          </p:nvPr>
        </p:nvSpPr>
        <p:spPr>
          <a:xfrm>
            <a:off x="3824550" y="1427900"/>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53" name="Google Shape;353;p42"/>
          <p:cNvSpPr/>
          <p:nvPr>
            <p:ph idx="8" type="pic"/>
          </p:nvPr>
        </p:nvSpPr>
        <p:spPr>
          <a:xfrm>
            <a:off x="3154659" y="1066100"/>
            <a:ext cx="530400" cy="530400"/>
          </a:xfrm>
          <a:prstGeom prst="rect">
            <a:avLst/>
          </a:prstGeom>
          <a:noFill/>
          <a:ln>
            <a:noFill/>
          </a:ln>
        </p:spPr>
      </p:sp>
      <p:sp>
        <p:nvSpPr>
          <p:cNvPr id="354" name="Google Shape;354;p42"/>
          <p:cNvSpPr txBox="1"/>
          <p:nvPr>
            <p:ph idx="9" type="subTitle"/>
          </p:nvPr>
        </p:nvSpPr>
        <p:spPr>
          <a:xfrm>
            <a:off x="6750600" y="2193728"/>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55" name="Google Shape;355;p42"/>
          <p:cNvSpPr txBox="1"/>
          <p:nvPr>
            <p:ph idx="13" type="subTitle"/>
          </p:nvPr>
        </p:nvSpPr>
        <p:spPr>
          <a:xfrm>
            <a:off x="6750600" y="1964514"/>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6" name="Google Shape;356;p42"/>
          <p:cNvSpPr txBox="1"/>
          <p:nvPr>
            <p:ph idx="14" type="subTitle"/>
          </p:nvPr>
        </p:nvSpPr>
        <p:spPr>
          <a:xfrm>
            <a:off x="6750600" y="2337664"/>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57" name="Google Shape;357;p42"/>
          <p:cNvSpPr/>
          <p:nvPr>
            <p:ph idx="15" type="pic"/>
          </p:nvPr>
        </p:nvSpPr>
        <p:spPr>
          <a:xfrm>
            <a:off x="6080709" y="1975864"/>
            <a:ext cx="530400" cy="530400"/>
          </a:xfrm>
          <a:prstGeom prst="rect">
            <a:avLst/>
          </a:prstGeom>
          <a:noFill/>
          <a:ln>
            <a:noFill/>
          </a:ln>
        </p:spPr>
      </p:sp>
      <p:sp>
        <p:nvSpPr>
          <p:cNvPr id="358" name="Google Shape;358;p42"/>
          <p:cNvSpPr txBox="1"/>
          <p:nvPr>
            <p:ph idx="16" type="subTitle"/>
          </p:nvPr>
        </p:nvSpPr>
        <p:spPr>
          <a:xfrm>
            <a:off x="3824550" y="2193728"/>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59" name="Google Shape;359;p42"/>
          <p:cNvSpPr txBox="1"/>
          <p:nvPr>
            <p:ph idx="17" type="subTitle"/>
          </p:nvPr>
        </p:nvSpPr>
        <p:spPr>
          <a:xfrm>
            <a:off x="3824550" y="1964514"/>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0" name="Google Shape;360;p42"/>
          <p:cNvSpPr txBox="1"/>
          <p:nvPr>
            <p:ph idx="18" type="subTitle"/>
          </p:nvPr>
        </p:nvSpPr>
        <p:spPr>
          <a:xfrm>
            <a:off x="3824550" y="2337664"/>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61" name="Google Shape;361;p42"/>
          <p:cNvSpPr/>
          <p:nvPr>
            <p:ph idx="19" type="pic"/>
          </p:nvPr>
        </p:nvSpPr>
        <p:spPr>
          <a:xfrm>
            <a:off x="3154659" y="1975864"/>
            <a:ext cx="530400" cy="530400"/>
          </a:xfrm>
          <a:prstGeom prst="rect">
            <a:avLst/>
          </a:prstGeom>
          <a:noFill/>
          <a:ln>
            <a:noFill/>
          </a:ln>
        </p:spPr>
      </p:sp>
      <p:sp>
        <p:nvSpPr>
          <p:cNvPr id="362" name="Google Shape;362;p42"/>
          <p:cNvSpPr txBox="1"/>
          <p:nvPr>
            <p:ph idx="20" type="subTitle"/>
          </p:nvPr>
        </p:nvSpPr>
        <p:spPr>
          <a:xfrm>
            <a:off x="6750600" y="3101715"/>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63" name="Google Shape;363;p42"/>
          <p:cNvSpPr txBox="1"/>
          <p:nvPr>
            <p:ph idx="21" type="subTitle"/>
          </p:nvPr>
        </p:nvSpPr>
        <p:spPr>
          <a:xfrm>
            <a:off x="6750600" y="2872502"/>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4" name="Google Shape;364;p42"/>
          <p:cNvSpPr txBox="1"/>
          <p:nvPr>
            <p:ph idx="22" type="subTitle"/>
          </p:nvPr>
        </p:nvSpPr>
        <p:spPr>
          <a:xfrm>
            <a:off x="6750600" y="3245652"/>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65" name="Google Shape;365;p42"/>
          <p:cNvSpPr/>
          <p:nvPr>
            <p:ph idx="23" type="pic"/>
          </p:nvPr>
        </p:nvSpPr>
        <p:spPr>
          <a:xfrm>
            <a:off x="6080709" y="2883852"/>
            <a:ext cx="530400" cy="530400"/>
          </a:xfrm>
          <a:prstGeom prst="rect">
            <a:avLst/>
          </a:prstGeom>
          <a:noFill/>
          <a:ln>
            <a:noFill/>
          </a:ln>
        </p:spPr>
      </p:sp>
      <p:sp>
        <p:nvSpPr>
          <p:cNvPr id="366" name="Google Shape;366;p42"/>
          <p:cNvSpPr txBox="1"/>
          <p:nvPr>
            <p:ph idx="24" type="subTitle"/>
          </p:nvPr>
        </p:nvSpPr>
        <p:spPr>
          <a:xfrm>
            <a:off x="3824550" y="3101715"/>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67" name="Google Shape;367;p42"/>
          <p:cNvSpPr txBox="1"/>
          <p:nvPr>
            <p:ph idx="25" type="subTitle"/>
          </p:nvPr>
        </p:nvSpPr>
        <p:spPr>
          <a:xfrm>
            <a:off x="3824550" y="2872502"/>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8" name="Google Shape;368;p42"/>
          <p:cNvSpPr txBox="1"/>
          <p:nvPr>
            <p:ph idx="26" type="subTitle"/>
          </p:nvPr>
        </p:nvSpPr>
        <p:spPr>
          <a:xfrm>
            <a:off x="3824550" y="3245652"/>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69" name="Google Shape;369;p42"/>
          <p:cNvSpPr/>
          <p:nvPr>
            <p:ph idx="27" type="pic"/>
          </p:nvPr>
        </p:nvSpPr>
        <p:spPr>
          <a:xfrm>
            <a:off x="3154659" y="2883852"/>
            <a:ext cx="530400" cy="530400"/>
          </a:xfrm>
          <a:prstGeom prst="rect">
            <a:avLst/>
          </a:prstGeom>
          <a:noFill/>
          <a:ln>
            <a:noFill/>
          </a:ln>
        </p:spPr>
      </p:sp>
      <p:sp>
        <p:nvSpPr>
          <p:cNvPr id="370" name="Google Shape;370;p42"/>
          <p:cNvSpPr txBox="1"/>
          <p:nvPr>
            <p:ph idx="28" type="subTitle"/>
          </p:nvPr>
        </p:nvSpPr>
        <p:spPr>
          <a:xfrm>
            <a:off x="6750600" y="4022919"/>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71" name="Google Shape;371;p42"/>
          <p:cNvSpPr txBox="1"/>
          <p:nvPr>
            <p:ph idx="29" type="subTitle"/>
          </p:nvPr>
        </p:nvSpPr>
        <p:spPr>
          <a:xfrm>
            <a:off x="6750600" y="3793706"/>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72" name="Google Shape;372;p42"/>
          <p:cNvSpPr txBox="1"/>
          <p:nvPr>
            <p:ph idx="30" type="subTitle"/>
          </p:nvPr>
        </p:nvSpPr>
        <p:spPr>
          <a:xfrm>
            <a:off x="6750600" y="4166856"/>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73" name="Google Shape;373;p42"/>
          <p:cNvSpPr/>
          <p:nvPr>
            <p:ph idx="31" type="pic"/>
          </p:nvPr>
        </p:nvSpPr>
        <p:spPr>
          <a:xfrm>
            <a:off x="6080709" y="3805056"/>
            <a:ext cx="530400" cy="530400"/>
          </a:xfrm>
          <a:prstGeom prst="rect">
            <a:avLst/>
          </a:prstGeom>
          <a:noFill/>
          <a:ln>
            <a:noFill/>
          </a:ln>
        </p:spPr>
      </p:sp>
      <p:sp>
        <p:nvSpPr>
          <p:cNvPr id="374" name="Google Shape;374;p42"/>
          <p:cNvSpPr txBox="1"/>
          <p:nvPr>
            <p:ph idx="32" type="subTitle"/>
          </p:nvPr>
        </p:nvSpPr>
        <p:spPr>
          <a:xfrm>
            <a:off x="3824550" y="4022919"/>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75" name="Google Shape;375;p42"/>
          <p:cNvSpPr txBox="1"/>
          <p:nvPr>
            <p:ph idx="33" type="subTitle"/>
          </p:nvPr>
        </p:nvSpPr>
        <p:spPr>
          <a:xfrm>
            <a:off x="3824550" y="3793706"/>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76" name="Google Shape;376;p42"/>
          <p:cNvSpPr txBox="1"/>
          <p:nvPr>
            <p:ph idx="34" type="subTitle"/>
          </p:nvPr>
        </p:nvSpPr>
        <p:spPr>
          <a:xfrm>
            <a:off x="3824550" y="4166856"/>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77" name="Google Shape;377;p42"/>
          <p:cNvSpPr/>
          <p:nvPr>
            <p:ph idx="35" type="pic"/>
          </p:nvPr>
        </p:nvSpPr>
        <p:spPr>
          <a:xfrm>
            <a:off x="3154659" y="3805056"/>
            <a:ext cx="530400" cy="530400"/>
          </a:xfrm>
          <a:prstGeom prst="rect">
            <a:avLst/>
          </a:prstGeom>
          <a:noFill/>
          <a:ln>
            <a:noFill/>
          </a:ln>
        </p:spPr>
      </p:sp>
      <p:sp>
        <p:nvSpPr>
          <p:cNvPr id="378" name="Google Shape;378;p42"/>
          <p:cNvSpPr txBox="1"/>
          <p:nvPr>
            <p:ph type="title"/>
          </p:nvPr>
        </p:nvSpPr>
        <p:spPr>
          <a:xfrm>
            <a:off x="361975" y="962100"/>
            <a:ext cx="24507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p:txBody>
      </p:sp>
      <p:sp>
        <p:nvSpPr>
          <p:cNvPr id="379" name="Google Shape;379;p4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80" name="Google Shape;380;p42"/>
          <p:cNvSpPr txBox="1"/>
          <p:nvPr>
            <p:ph idx="36"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otlight - Alt 2">
  <p:cSld name="CUSTOM_7_1">
    <p:bg>
      <p:bgPr>
        <a:solidFill>
          <a:schemeClr val="accent2"/>
        </a:solidFill>
      </p:bgPr>
    </p:bg>
    <p:spTree>
      <p:nvGrpSpPr>
        <p:cNvPr id="381" name="Shape 381"/>
        <p:cNvGrpSpPr/>
        <p:nvPr/>
      </p:nvGrpSpPr>
      <p:grpSpPr>
        <a:xfrm>
          <a:off x="0" y="0"/>
          <a:ext cx="0" cy="0"/>
          <a:chOff x="0" y="0"/>
          <a:chExt cx="0" cy="0"/>
        </a:xfrm>
      </p:grpSpPr>
      <p:sp>
        <p:nvSpPr>
          <p:cNvPr id="382" name="Google Shape;382;p43"/>
          <p:cNvSpPr/>
          <p:nvPr/>
        </p:nvSpPr>
        <p:spPr>
          <a:xfrm>
            <a:off x="0" y="0"/>
            <a:ext cx="45675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383" name="Google Shape;383;p43"/>
          <p:cNvSpPr txBox="1"/>
          <p:nvPr>
            <p:ph type="title"/>
          </p:nvPr>
        </p:nvSpPr>
        <p:spPr>
          <a:xfrm>
            <a:off x="4975925" y="989088"/>
            <a:ext cx="37836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p:txBody>
      </p:sp>
      <p:sp>
        <p:nvSpPr>
          <p:cNvPr id="384" name="Google Shape;384;p43"/>
          <p:cNvSpPr/>
          <p:nvPr>
            <p:ph idx="2" type="pic"/>
          </p:nvPr>
        </p:nvSpPr>
        <p:spPr>
          <a:xfrm flipH="1">
            <a:off x="953803" y="1066100"/>
            <a:ext cx="2664300" cy="3002700"/>
          </a:xfrm>
          <a:prstGeom prst="rect">
            <a:avLst/>
          </a:prstGeom>
          <a:noFill/>
          <a:ln>
            <a:noFill/>
          </a:ln>
        </p:spPr>
      </p:sp>
      <p:sp>
        <p:nvSpPr>
          <p:cNvPr id="385" name="Google Shape;385;p43"/>
          <p:cNvSpPr txBox="1"/>
          <p:nvPr>
            <p:ph idx="1" type="body"/>
          </p:nvPr>
        </p:nvSpPr>
        <p:spPr>
          <a:xfrm>
            <a:off x="4975925" y="4125662"/>
            <a:ext cx="3783600" cy="461700"/>
          </a:xfrm>
          <a:prstGeom prst="rect">
            <a:avLst/>
          </a:prstGeom>
          <a:noFill/>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86" name="Google Shape;386;p4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87" name="Google Shape;387;p43"/>
          <p:cNvSpPr txBox="1"/>
          <p:nvPr>
            <p:ph idx="3" type="body"/>
          </p:nvPr>
        </p:nvSpPr>
        <p:spPr>
          <a:xfrm>
            <a:off x="4975925" y="1943891"/>
            <a:ext cx="3783600" cy="1243200"/>
          </a:xfrm>
          <a:prstGeom prst="rect">
            <a:avLst/>
          </a:prstGeom>
          <a:noFill/>
        </p:spPr>
        <p:txBody>
          <a:bodyPr anchorCtr="0" anchor="t" bIns="0" lIns="0" spcFirstLastPara="1" rIns="0" wrap="square" tIns="0">
            <a:noAutofit/>
          </a:bodyPr>
          <a:lstStyle>
            <a:lvl1pPr indent="-330200" lvl="0" marL="457200">
              <a:spcBef>
                <a:spcPts val="0"/>
              </a:spcBef>
              <a:spcAft>
                <a:spcPts val="0"/>
              </a:spcAft>
              <a:buClr>
                <a:schemeClr val="lt1"/>
              </a:buClr>
              <a:buSzPts val="1600"/>
              <a:buFont typeface="Newsreader"/>
              <a:buChar char="●"/>
              <a:defRPr sz="1600">
                <a:latin typeface="Newsreader"/>
                <a:ea typeface="Newsreader"/>
                <a:cs typeface="Newsreader"/>
                <a:sym typeface="Newsreader"/>
              </a:defRPr>
            </a:lvl1pPr>
            <a:lvl2pPr indent="-330200" lvl="1" marL="914400">
              <a:spcBef>
                <a:spcPts val="0"/>
              </a:spcBef>
              <a:spcAft>
                <a:spcPts val="0"/>
              </a:spcAft>
              <a:buClr>
                <a:schemeClr val="lt1"/>
              </a:buClr>
              <a:buSzPts val="1600"/>
              <a:buFont typeface="Newsreader"/>
              <a:buChar char="○"/>
              <a:defRPr sz="1600">
                <a:latin typeface="Newsreader"/>
                <a:ea typeface="Newsreader"/>
                <a:cs typeface="Newsreader"/>
                <a:sym typeface="Newsreader"/>
              </a:defRPr>
            </a:lvl2pPr>
            <a:lvl3pPr indent="-330200" lvl="2" marL="1371600">
              <a:spcBef>
                <a:spcPts val="0"/>
              </a:spcBef>
              <a:spcAft>
                <a:spcPts val="0"/>
              </a:spcAft>
              <a:buClr>
                <a:schemeClr val="lt1"/>
              </a:buClr>
              <a:buSzPts val="1600"/>
              <a:buFont typeface="Newsreader"/>
              <a:buChar char="■"/>
              <a:defRPr sz="1600">
                <a:latin typeface="Newsreader"/>
                <a:ea typeface="Newsreader"/>
                <a:cs typeface="Newsreader"/>
                <a:sym typeface="Newsreader"/>
              </a:defRPr>
            </a:lvl3pPr>
            <a:lvl4pPr indent="-330200" lvl="3" marL="1828800">
              <a:spcBef>
                <a:spcPts val="0"/>
              </a:spcBef>
              <a:spcAft>
                <a:spcPts val="0"/>
              </a:spcAft>
              <a:buClr>
                <a:schemeClr val="lt1"/>
              </a:buClr>
              <a:buSzPts val="1600"/>
              <a:buFont typeface="Newsreader"/>
              <a:buChar char="●"/>
              <a:defRPr sz="1600">
                <a:latin typeface="Newsreader"/>
                <a:ea typeface="Newsreader"/>
                <a:cs typeface="Newsreader"/>
                <a:sym typeface="Newsreader"/>
              </a:defRPr>
            </a:lvl4pPr>
            <a:lvl5pPr indent="-330200" lvl="4" marL="2286000">
              <a:spcBef>
                <a:spcPts val="0"/>
              </a:spcBef>
              <a:spcAft>
                <a:spcPts val="0"/>
              </a:spcAft>
              <a:buClr>
                <a:schemeClr val="lt1"/>
              </a:buClr>
              <a:buSzPts val="1600"/>
              <a:buFont typeface="Newsreader"/>
              <a:buChar char="○"/>
              <a:defRPr sz="1600">
                <a:latin typeface="Newsreader"/>
                <a:ea typeface="Newsreader"/>
                <a:cs typeface="Newsreader"/>
                <a:sym typeface="Newsreader"/>
              </a:defRPr>
            </a:lvl5pPr>
            <a:lvl6pPr indent="-330200" lvl="5" marL="2743200">
              <a:spcBef>
                <a:spcPts val="0"/>
              </a:spcBef>
              <a:spcAft>
                <a:spcPts val="0"/>
              </a:spcAft>
              <a:buClr>
                <a:schemeClr val="lt1"/>
              </a:buClr>
              <a:buSzPts val="1600"/>
              <a:buFont typeface="Newsreader"/>
              <a:buChar char="■"/>
              <a:defRPr sz="1600">
                <a:latin typeface="Newsreader"/>
                <a:ea typeface="Newsreader"/>
                <a:cs typeface="Newsreader"/>
                <a:sym typeface="Newsreader"/>
              </a:defRPr>
            </a:lvl6pPr>
            <a:lvl7pPr indent="-330200" lvl="6" marL="3200400">
              <a:spcBef>
                <a:spcPts val="0"/>
              </a:spcBef>
              <a:spcAft>
                <a:spcPts val="0"/>
              </a:spcAft>
              <a:buClr>
                <a:schemeClr val="lt1"/>
              </a:buClr>
              <a:buSzPts val="1600"/>
              <a:buFont typeface="Newsreader"/>
              <a:buChar char="●"/>
              <a:defRPr sz="1600">
                <a:latin typeface="Newsreader"/>
                <a:ea typeface="Newsreader"/>
                <a:cs typeface="Newsreader"/>
                <a:sym typeface="Newsreader"/>
              </a:defRPr>
            </a:lvl7pPr>
            <a:lvl8pPr indent="-330200" lvl="7" marL="3657600">
              <a:spcBef>
                <a:spcPts val="0"/>
              </a:spcBef>
              <a:spcAft>
                <a:spcPts val="0"/>
              </a:spcAft>
              <a:buClr>
                <a:schemeClr val="lt1"/>
              </a:buClr>
              <a:buSzPts val="1600"/>
              <a:buFont typeface="Newsreader"/>
              <a:buChar char="○"/>
              <a:defRPr sz="1600">
                <a:latin typeface="Newsreader"/>
                <a:ea typeface="Newsreader"/>
                <a:cs typeface="Newsreader"/>
                <a:sym typeface="Newsreader"/>
              </a:defRPr>
            </a:lvl8pPr>
            <a:lvl9pPr indent="-330200" lvl="8" marL="4114800">
              <a:spcBef>
                <a:spcPts val="0"/>
              </a:spcBef>
              <a:spcAft>
                <a:spcPts val="0"/>
              </a:spcAft>
              <a:buClr>
                <a:schemeClr val="lt1"/>
              </a:buClr>
              <a:buSzPts val="1600"/>
              <a:buFont typeface="Newsreader"/>
              <a:buChar char="■"/>
              <a:defRPr sz="1600">
                <a:latin typeface="Newsreader"/>
                <a:ea typeface="Newsreader"/>
                <a:cs typeface="Newsreader"/>
                <a:sym typeface="Newsreader"/>
              </a:defRPr>
            </a:lvl9pPr>
          </a:lstStyle>
          <a:p/>
        </p:txBody>
      </p:sp>
      <p:sp>
        <p:nvSpPr>
          <p:cNvPr id="388" name="Google Shape;388;p43"/>
          <p:cNvSpPr txBox="1"/>
          <p:nvPr>
            <p:ph idx="4" type="subTitle"/>
          </p:nvPr>
        </p:nvSpPr>
        <p:spPr>
          <a:xfrm>
            <a:off x="4975925" y="732775"/>
            <a:ext cx="37836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389" name="Google Shape;389;p43"/>
          <p:cNvSpPr txBox="1"/>
          <p:nvPr>
            <p:ph idx="5" type="subTitle"/>
          </p:nvPr>
        </p:nvSpPr>
        <p:spPr>
          <a:xfrm>
            <a:off x="4975925" y="1647132"/>
            <a:ext cx="3783600" cy="138600"/>
          </a:xfrm>
          <a:prstGeom prst="rect">
            <a:avLst/>
          </a:prstGeom>
        </p:spPr>
        <p:txBody>
          <a:bodyPr anchorCtr="0" anchor="t" bIns="0" lIns="0" spcFirstLastPara="1" rIns="0" wrap="square" tIns="0">
            <a:noAutofit/>
          </a:bodyPr>
          <a:lstStyle>
            <a:lvl1pPr lvl="0">
              <a:spcBef>
                <a:spcPts val="0"/>
              </a:spcBef>
              <a:spcAft>
                <a:spcPts val="0"/>
              </a:spcAft>
              <a:buSzPts val="900"/>
              <a:buNone/>
              <a:defRPr sz="900"/>
            </a:lvl1pPr>
            <a:lvl2pPr lvl="1">
              <a:spcBef>
                <a:spcPts val="0"/>
              </a:spcBef>
              <a:spcAft>
                <a:spcPts val="0"/>
              </a:spcAft>
              <a:buSzPts val="900"/>
              <a:buNone/>
              <a:defRPr sz="900"/>
            </a:lvl2pPr>
            <a:lvl3pPr lvl="2">
              <a:spcBef>
                <a:spcPts val="0"/>
              </a:spcBef>
              <a:spcAft>
                <a:spcPts val="0"/>
              </a:spcAft>
              <a:buSzPts val="900"/>
              <a:buNone/>
              <a:defRPr sz="900"/>
            </a:lvl3pPr>
            <a:lvl4pPr lvl="3">
              <a:spcBef>
                <a:spcPts val="0"/>
              </a:spcBef>
              <a:spcAft>
                <a:spcPts val="0"/>
              </a:spcAft>
              <a:buSzPts val="900"/>
              <a:buNone/>
              <a:defRPr sz="900"/>
            </a:lvl4pPr>
            <a:lvl5pPr lvl="4">
              <a:spcBef>
                <a:spcPts val="0"/>
              </a:spcBef>
              <a:spcAft>
                <a:spcPts val="0"/>
              </a:spcAft>
              <a:buSzPts val="900"/>
              <a:buNone/>
              <a:defRPr sz="900"/>
            </a:lvl5pPr>
            <a:lvl6pPr lvl="5">
              <a:spcBef>
                <a:spcPts val="0"/>
              </a:spcBef>
              <a:spcAft>
                <a:spcPts val="0"/>
              </a:spcAft>
              <a:buSzPts val="900"/>
              <a:buNone/>
              <a:defRPr sz="900"/>
            </a:lvl6pPr>
            <a:lvl7pPr lvl="6">
              <a:spcBef>
                <a:spcPts val="0"/>
              </a:spcBef>
              <a:spcAft>
                <a:spcPts val="0"/>
              </a:spcAft>
              <a:buSzPts val="900"/>
              <a:buNone/>
              <a:defRPr sz="900"/>
            </a:lvl7pPr>
            <a:lvl8pPr lvl="7">
              <a:spcBef>
                <a:spcPts val="0"/>
              </a:spcBef>
              <a:spcAft>
                <a:spcPts val="0"/>
              </a:spcAft>
              <a:buSzPts val="900"/>
              <a:buNone/>
              <a:defRPr sz="900"/>
            </a:lvl8pPr>
            <a:lvl9pPr lvl="8">
              <a:spcBef>
                <a:spcPts val="0"/>
              </a:spcBef>
              <a:spcAft>
                <a:spcPts val="0"/>
              </a:spcAft>
              <a:buSzPts val="900"/>
              <a:buNone/>
              <a:defRPr sz="900"/>
            </a:lvl9pPr>
          </a:lstStyle>
          <a:p/>
        </p:txBody>
      </p:sp>
      <p:sp>
        <p:nvSpPr>
          <p:cNvPr id="390" name="Google Shape;390;p43"/>
          <p:cNvSpPr txBox="1"/>
          <p:nvPr>
            <p:ph idx="6"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r chart background">
  <p:cSld name="CUSTOM_8">
    <p:spTree>
      <p:nvGrpSpPr>
        <p:cNvPr id="391" name="Shape 391"/>
        <p:cNvGrpSpPr/>
        <p:nvPr/>
      </p:nvGrpSpPr>
      <p:grpSpPr>
        <a:xfrm>
          <a:off x="0" y="0"/>
          <a:ext cx="0" cy="0"/>
          <a:chOff x="0" y="0"/>
          <a:chExt cx="0" cy="0"/>
        </a:xfrm>
      </p:grpSpPr>
      <p:grpSp>
        <p:nvGrpSpPr>
          <p:cNvPr id="392" name="Google Shape;392;p44"/>
          <p:cNvGrpSpPr/>
          <p:nvPr/>
        </p:nvGrpSpPr>
        <p:grpSpPr>
          <a:xfrm>
            <a:off x="49" y="514398"/>
            <a:ext cx="9144297" cy="4115162"/>
            <a:chOff x="-18500" y="514395"/>
            <a:chExt cx="9219900" cy="4115162"/>
          </a:xfrm>
        </p:grpSpPr>
        <p:cxnSp>
          <p:nvCxnSpPr>
            <p:cNvPr id="393" name="Google Shape;393;p44"/>
            <p:cNvCxnSpPr/>
            <p:nvPr/>
          </p:nvCxnSpPr>
          <p:spPr>
            <a:xfrm>
              <a:off x="-18500" y="1028790"/>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4" name="Google Shape;394;p44"/>
            <p:cNvCxnSpPr/>
            <p:nvPr/>
          </p:nvCxnSpPr>
          <p:spPr>
            <a:xfrm>
              <a:off x="-18500" y="4629557"/>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5" name="Google Shape;395;p44"/>
            <p:cNvCxnSpPr/>
            <p:nvPr/>
          </p:nvCxnSpPr>
          <p:spPr>
            <a:xfrm>
              <a:off x="-18500" y="4115162"/>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6" name="Google Shape;396;p44"/>
            <p:cNvCxnSpPr/>
            <p:nvPr/>
          </p:nvCxnSpPr>
          <p:spPr>
            <a:xfrm>
              <a:off x="-18500" y="3600767"/>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7" name="Google Shape;397;p44"/>
            <p:cNvCxnSpPr/>
            <p:nvPr/>
          </p:nvCxnSpPr>
          <p:spPr>
            <a:xfrm>
              <a:off x="-18500" y="3086371"/>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8" name="Google Shape;398;p44"/>
            <p:cNvCxnSpPr/>
            <p:nvPr/>
          </p:nvCxnSpPr>
          <p:spPr>
            <a:xfrm>
              <a:off x="-18500" y="2571976"/>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9" name="Google Shape;399;p44"/>
            <p:cNvCxnSpPr/>
            <p:nvPr/>
          </p:nvCxnSpPr>
          <p:spPr>
            <a:xfrm>
              <a:off x="-18500" y="2057581"/>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400" name="Google Shape;400;p44"/>
            <p:cNvCxnSpPr/>
            <p:nvPr/>
          </p:nvCxnSpPr>
          <p:spPr>
            <a:xfrm>
              <a:off x="-18500" y="1543186"/>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401" name="Google Shape;401;p44"/>
            <p:cNvCxnSpPr/>
            <p:nvPr/>
          </p:nvCxnSpPr>
          <p:spPr>
            <a:xfrm>
              <a:off x="-18500" y="514395"/>
              <a:ext cx="9219900" cy="0"/>
            </a:xfrm>
            <a:prstGeom prst="straightConnector1">
              <a:avLst/>
            </a:prstGeom>
            <a:noFill/>
            <a:ln cap="flat" cmpd="sng" w="9525">
              <a:solidFill>
                <a:schemeClr val="accent6"/>
              </a:solidFill>
              <a:prstDash val="solid"/>
              <a:round/>
              <a:headEnd len="med" w="med" type="none"/>
              <a:tailEnd len="med" w="med" type="none"/>
            </a:ln>
          </p:spPr>
        </p:cxnSp>
      </p:grpSp>
      <p:sp>
        <p:nvSpPr>
          <p:cNvPr id="402" name="Google Shape;402;p4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403" name="Google Shape;403;p4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4" name="Google Shape;404;p44"/>
          <p:cNvSpPr txBox="1"/>
          <p:nvPr>
            <p:ph idx="2"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CUSTOM_8_1">
    <p:bg>
      <p:bgPr>
        <a:solidFill>
          <a:schemeClr val="accent2"/>
        </a:solidFill>
      </p:bgPr>
    </p:bg>
    <p:spTree>
      <p:nvGrpSpPr>
        <p:cNvPr id="405" name="Shape 405"/>
        <p:cNvGrpSpPr/>
        <p:nvPr/>
      </p:nvGrpSpPr>
      <p:grpSpPr>
        <a:xfrm>
          <a:off x="0" y="0"/>
          <a:ext cx="0" cy="0"/>
          <a:chOff x="0" y="0"/>
          <a:chExt cx="0" cy="0"/>
        </a:xfrm>
      </p:grpSpPr>
      <p:sp>
        <p:nvSpPr>
          <p:cNvPr id="406" name="Google Shape;406;p45"/>
          <p:cNvSpPr/>
          <p:nvPr/>
        </p:nvSpPr>
        <p:spPr>
          <a:xfrm>
            <a:off x="50" y="-300"/>
            <a:ext cx="67089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07" name="Google Shape;407;p45"/>
          <p:cNvSpPr txBox="1"/>
          <p:nvPr>
            <p:ph type="title"/>
          </p:nvPr>
        </p:nvSpPr>
        <p:spPr>
          <a:xfrm>
            <a:off x="451472" y="2024100"/>
            <a:ext cx="4163100" cy="13725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4200">
                <a:solidFill>
                  <a:schemeClr val="dk1"/>
                </a:solidFill>
              </a:defRPr>
            </a:lvl2pPr>
            <a:lvl3pPr lvl="2">
              <a:lnSpc>
                <a:spcPct val="90000"/>
              </a:lnSpc>
              <a:spcBef>
                <a:spcPts val="0"/>
              </a:spcBef>
              <a:spcAft>
                <a:spcPts val="0"/>
              </a:spcAft>
              <a:buNone/>
              <a:defRPr sz="4200">
                <a:solidFill>
                  <a:schemeClr val="dk1"/>
                </a:solidFill>
              </a:defRPr>
            </a:lvl3pPr>
            <a:lvl4pPr lvl="3">
              <a:lnSpc>
                <a:spcPct val="90000"/>
              </a:lnSpc>
              <a:spcBef>
                <a:spcPts val="0"/>
              </a:spcBef>
              <a:spcAft>
                <a:spcPts val="0"/>
              </a:spcAft>
              <a:buNone/>
              <a:defRPr sz="4200">
                <a:solidFill>
                  <a:schemeClr val="dk1"/>
                </a:solidFill>
              </a:defRPr>
            </a:lvl4pPr>
            <a:lvl5pPr lvl="4">
              <a:lnSpc>
                <a:spcPct val="90000"/>
              </a:lnSpc>
              <a:spcBef>
                <a:spcPts val="0"/>
              </a:spcBef>
              <a:spcAft>
                <a:spcPts val="0"/>
              </a:spcAft>
              <a:buNone/>
              <a:defRPr sz="4200">
                <a:solidFill>
                  <a:schemeClr val="dk1"/>
                </a:solidFill>
              </a:defRPr>
            </a:lvl5pPr>
            <a:lvl6pPr lvl="5">
              <a:lnSpc>
                <a:spcPct val="90000"/>
              </a:lnSpc>
              <a:spcBef>
                <a:spcPts val="0"/>
              </a:spcBef>
              <a:spcAft>
                <a:spcPts val="0"/>
              </a:spcAft>
              <a:buNone/>
              <a:defRPr sz="4200">
                <a:solidFill>
                  <a:schemeClr val="dk1"/>
                </a:solidFill>
              </a:defRPr>
            </a:lvl6pPr>
            <a:lvl7pPr lvl="6">
              <a:lnSpc>
                <a:spcPct val="90000"/>
              </a:lnSpc>
              <a:spcBef>
                <a:spcPts val="0"/>
              </a:spcBef>
              <a:spcAft>
                <a:spcPts val="0"/>
              </a:spcAft>
              <a:buNone/>
              <a:defRPr sz="4200">
                <a:solidFill>
                  <a:schemeClr val="dk1"/>
                </a:solidFill>
              </a:defRPr>
            </a:lvl7pPr>
            <a:lvl8pPr lvl="7">
              <a:lnSpc>
                <a:spcPct val="90000"/>
              </a:lnSpc>
              <a:spcBef>
                <a:spcPts val="0"/>
              </a:spcBef>
              <a:spcAft>
                <a:spcPts val="0"/>
              </a:spcAft>
              <a:buNone/>
              <a:defRPr sz="4200">
                <a:solidFill>
                  <a:schemeClr val="dk1"/>
                </a:solidFill>
              </a:defRPr>
            </a:lvl8pPr>
            <a:lvl9pPr lvl="8">
              <a:lnSpc>
                <a:spcPct val="90000"/>
              </a:lnSpc>
              <a:spcBef>
                <a:spcPts val="0"/>
              </a:spcBef>
              <a:spcAft>
                <a:spcPts val="0"/>
              </a:spcAft>
              <a:buNone/>
              <a:defRPr sz="4200">
                <a:solidFill>
                  <a:schemeClr val="dk1"/>
                </a:solidFill>
              </a:defRPr>
            </a:lvl9pPr>
          </a:lstStyle>
          <a:p/>
        </p:txBody>
      </p:sp>
      <p:sp>
        <p:nvSpPr>
          <p:cNvPr id="408" name="Google Shape;408;p45"/>
          <p:cNvSpPr txBox="1"/>
          <p:nvPr>
            <p:ph idx="1" type="subTitle"/>
          </p:nvPr>
        </p:nvSpPr>
        <p:spPr>
          <a:xfrm>
            <a:off x="451475" y="3776250"/>
            <a:ext cx="4163100" cy="426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1pPr>
            <a:lvl2pPr lvl="1">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2pPr>
            <a:lvl3pPr lvl="2">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3pPr>
            <a:lvl4pPr lvl="3">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4pPr>
            <a:lvl5pPr lvl="4">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5pPr>
            <a:lvl6pPr lvl="5">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6pPr>
            <a:lvl7pPr lvl="6">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7pPr>
            <a:lvl8pPr lvl="7">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8pPr>
            <a:lvl9pPr lvl="8">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409" name="Shape 409"/>
        <p:cNvGrpSpPr/>
        <p:nvPr/>
      </p:nvGrpSpPr>
      <p:grpSpPr>
        <a:xfrm>
          <a:off x="0" y="0"/>
          <a:ext cx="0" cy="0"/>
          <a:chOff x="0" y="0"/>
          <a:chExt cx="0" cy="0"/>
        </a:xfrm>
      </p:grpSpPr>
      <p:sp>
        <p:nvSpPr>
          <p:cNvPr id="410" name="Google Shape;410;p4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411" name="Google Shape;411;p4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412" name="Shape 412"/>
        <p:cNvGrpSpPr/>
        <p:nvPr/>
      </p:nvGrpSpPr>
      <p:grpSpPr>
        <a:xfrm>
          <a:off x="0" y="0"/>
          <a:ext cx="0" cy="0"/>
          <a:chOff x="0" y="0"/>
          <a:chExt cx="0" cy="0"/>
        </a:xfrm>
      </p:grpSpPr>
      <p:sp>
        <p:nvSpPr>
          <p:cNvPr id="413" name="Google Shape;413;p4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414" name="Shape 414"/>
        <p:cNvGrpSpPr/>
        <p:nvPr/>
      </p:nvGrpSpPr>
      <p:grpSpPr>
        <a:xfrm>
          <a:off x="0" y="0"/>
          <a:ext cx="0" cy="0"/>
          <a:chOff x="0" y="0"/>
          <a:chExt cx="0" cy="0"/>
        </a:xfrm>
      </p:grpSpPr>
      <p:sp>
        <p:nvSpPr>
          <p:cNvPr id="415" name="Google Shape;415;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6" name="Google Shape;416;p4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417" name="Shape 417"/>
        <p:cNvGrpSpPr/>
        <p:nvPr/>
      </p:nvGrpSpPr>
      <p:grpSpPr>
        <a:xfrm>
          <a:off x="0" y="0"/>
          <a:ext cx="0" cy="0"/>
          <a:chOff x="0" y="0"/>
          <a:chExt cx="0" cy="0"/>
        </a:xfrm>
      </p:grpSpPr>
      <p:sp>
        <p:nvSpPr>
          <p:cNvPr id="418" name="Google Shape;418;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9" name="Google Shape;419;p4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0" name="Google Shape;420;p49"/>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21" name="Shape 421"/>
        <p:cNvGrpSpPr/>
        <p:nvPr/>
      </p:nvGrpSpPr>
      <p:grpSpPr>
        <a:xfrm>
          <a:off x="0" y="0"/>
          <a:ext cx="0" cy="0"/>
          <a:chOff x="0" y="0"/>
          <a:chExt cx="0" cy="0"/>
        </a:xfrm>
      </p:grpSpPr>
      <p:sp>
        <p:nvSpPr>
          <p:cNvPr id="422" name="Google Shape;422;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423" name="Shape 423"/>
        <p:cNvGrpSpPr/>
        <p:nvPr/>
      </p:nvGrpSpPr>
      <p:grpSpPr>
        <a:xfrm>
          <a:off x="0" y="0"/>
          <a:ext cx="0" cy="0"/>
          <a:chOff x="0" y="0"/>
          <a:chExt cx="0" cy="0"/>
        </a:xfrm>
      </p:grpSpPr>
      <p:sp>
        <p:nvSpPr>
          <p:cNvPr id="424" name="Google Shape;424;p51"/>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5" name="Google Shape;425;p5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426" name="Shape 426"/>
        <p:cNvGrpSpPr/>
        <p:nvPr/>
      </p:nvGrpSpPr>
      <p:grpSpPr>
        <a:xfrm>
          <a:off x="0" y="0"/>
          <a:ext cx="0" cy="0"/>
          <a:chOff x="0" y="0"/>
          <a:chExt cx="0" cy="0"/>
        </a:xfrm>
      </p:grpSpPr>
      <p:sp>
        <p:nvSpPr>
          <p:cNvPr id="427" name="Google Shape;427;p52"/>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428" name="Shape 428"/>
        <p:cNvGrpSpPr/>
        <p:nvPr/>
      </p:nvGrpSpPr>
      <p:grpSpPr>
        <a:xfrm>
          <a:off x="0" y="0"/>
          <a:ext cx="0" cy="0"/>
          <a:chOff x="0" y="0"/>
          <a:chExt cx="0" cy="0"/>
        </a:xfrm>
      </p:grpSpPr>
      <p:sp>
        <p:nvSpPr>
          <p:cNvPr id="429" name="Google Shape;429;p53"/>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0" name="Google Shape;430;p5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31" name="Google Shape;431;p5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32" name="Shape 432"/>
        <p:cNvGrpSpPr/>
        <p:nvPr/>
      </p:nvGrpSpPr>
      <p:grpSpPr>
        <a:xfrm>
          <a:off x="0" y="0"/>
          <a:ext cx="0" cy="0"/>
          <a:chOff x="0" y="0"/>
          <a:chExt cx="0" cy="0"/>
        </a:xfrm>
      </p:grpSpPr>
      <p:sp>
        <p:nvSpPr>
          <p:cNvPr id="433" name="Google Shape;433;p5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34" name="Shape 434"/>
        <p:cNvGrpSpPr/>
        <p:nvPr/>
      </p:nvGrpSpPr>
      <p:grpSpPr>
        <a:xfrm>
          <a:off x="0" y="0"/>
          <a:ext cx="0" cy="0"/>
          <a:chOff x="0" y="0"/>
          <a:chExt cx="0" cy="0"/>
        </a:xfrm>
      </p:grpSpPr>
      <p:sp>
        <p:nvSpPr>
          <p:cNvPr id="435" name="Google Shape;435;p5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36" name="Google Shape;436;p5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37" name="Shape 437"/>
        <p:cNvGrpSpPr/>
        <p:nvPr/>
      </p:nvGrpSpPr>
      <p:grpSpPr>
        <a:xfrm>
          <a:off x="0" y="0"/>
          <a:ext cx="0" cy="0"/>
          <a:chOff x="0" y="0"/>
          <a:chExt cx="0" cy="0"/>
        </a:xfrm>
      </p:grpSpPr>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38" name="Shape 438"/>
        <p:cNvGrpSpPr/>
        <p:nvPr/>
      </p:nvGrpSpPr>
      <p:grpSpPr>
        <a:xfrm>
          <a:off x="0" y="0"/>
          <a:ext cx="0" cy="0"/>
          <a:chOff x="0" y="0"/>
          <a:chExt cx="0" cy="0"/>
        </a:xfrm>
      </p:grpSpPr>
      <p:sp>
        <p:nvSpPr>
          <p:cNvPr id="439" name="Google Shape;439;p57"/>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0" name="Google Shape;440;p5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1" name="Google Shape;441;p5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2" name="Google Shape;442;p5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3" name="Google Shape;443;p5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4" name="Google Shape;444;p5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5" name="Google Shape;445;p5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46" name="Shape 446"/>
        <p:cNvGrpSpPr/>
        <p:nvPr/>
      </p:nvGrpSpPr>
      <p:grpSpPr>
        <a:xfrm>
          <a:off x="0" y="0"/>
          <a:ext cx="0" cy="0"/>
          <a:chOff x="0" y="0"/>
          <a:chExt cx="0" cy="0"/>
        </a:xfrm>
      </p:grpSpPr>
      <p:sp>
        <p:nvSpPr>
          <p:cNvPr id="447" name="Google Shape;447;p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8" name="Google Shape;448;p58"/>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49" name="Google Shape;449;p5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50" name="Shape 450"/>
        <p:cNvGrpSpPr/>
        <p:nvPr/>
      </p:nvGrpSpPr>
      <p:grpSpPr>
        <a:xfrm>
          <a:off x="0" y="0"/>
          <a:ext cx="0" cy="0"/>
          <a:chOff x="0" y="0"/>
          <a:chExt cx="0" cy="0"/>
        </a:xfrm>
      </p:grpSpPr>
      <p:sp>
        <p:nvSpPr>
          <p:cNvPr id="451" name="Google Shape;451;p59"/>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52" name="Google Shape;452;p59"/>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53" name="Google Shape;453;p59"/>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4" name="Google Shape;454;p5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55" name="Google Shape;455;p5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56" name="Shape 456"/>
        <p:cNvGrpSpPr/>
        <p:nvPr/>
      </p:nvGrpSpPr>
      <p:grpSpPr>
        <a:xfrm>
          <a:off x="0" y="0"/>
          <a:ext cx="0" cy="0"/>
          <a:chOff x="0" y="0"/>
          <a:chExt cx="0" cy="0"/>
        </a:xfrm>
      </p:grpSpPr>
      <p:sp>
        <p:nvSpPr>
          <p:cNvPr id="457" name="Google Shape;457;p60"/>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58" name="Google Shape;458;p60"/>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9" name="Google Shape;459;p60"/>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60" name="Google Shape;460;p60"/>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1" name="Google Shape;461;p60"/>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2" name="Google Shape;462;p60"/>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3" name="Google Shape;463;p60"/>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64" name="Shape 464"/>
        <p:cNvGrpSpPr/>
        <p:nvPr/>
      </p:nvGrpSpPr>
      <p:grpSpPr>
        <a:xfrm>
          <a:off x="0" y="0"/>
          <a:ext cx="0" cy="0"/>
          <a:chOff x="0" y="0"/>
          <a:chExt cx="0" cy="0"/>
        </a:xfrm>
      </p:grpSpPr>
      <p:sp>
        <p:nvSpPr>
          <p:cNvPr id="465" name="Google Shape;465;p61"/>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66" name="Google Shape;466;p61"/>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7" name="Google Shape;467;p61"/>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8" name="Google Shape;468;p6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9" name="Google Shape;469;p61"/>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70" name="Google Shape;470;p6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71" name="Google Shape;471;p6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72" name="Google Shape;472;p6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73" name="Google Shape;473;p6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74" name="Shape 474"/>
        <p:cNvGrpSpPr/>
        <p:nvPr/>
      </p:nvGrpSpPr>
      <p:grpSpPr>
        <a:xfrm>
          <a:off x="0" y="0"/>
          <a:ext cx="0" cy="0"/>
          <a:chOff x="0" y="0"/>
          <a:chExt cx="0" cy="0"/>
        </a:xfrm>
      </p:grpSpPr>
      <p:sp>
        <p:nvSpPr>
          <p:cNvPr id="475" name="Google Shape;475;p6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6" name="Google Shape;476;p6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77" name="Shape 477"/>
        <p:cNvGrpSpPr/>
        <p:nvPr/>
      </p:nvGrpSpPr>
      <p:grpSpPr>
        <a:xfrm>
          <a:off x="0" y="0"/>
          <a:ext cx="0" cy="0"/>
          <a:chOff x="0" y="0"/>
          <a:chExt cx="0" cy="0"/>
        </a:xfrm>
      </p:grpSpPr>
      <p:sp>
        <p:nvSpPr>
          <p:cNvPr id="478" name="Google Shape;478;p63"/>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79" name="Google Shape;479;p63"/>
          <p:cNvSpPr/>
          <p:nvPr>
            <p:ph idx="2" type="pic"/>
          </p:nvPr>
        </p:nvSpPr>
        <p:spPr>
          <a:xfrm>
            <a:off x="4804825" y="1133300"/>
            <a:ext cx="4027500" cy="2392800"/>
          </a:xfrm>
          <a:prstGeom prst="rect">
            <a:avLst/>
          </a:prstGeom>
          <a:noFill/>
          <a:ln>
            <a:noFill/>
          </a:ln>
        </p:spPr>
      </p:sp>
      <p:sp>
        <p:nvSpPr>
          <p:cNvPr id="480" name="Google Shape;480;p63"/>
          <p:cNvSpPr/>
          <p:nvPr>
            <p:ph idx="3" type="pic"/>
          </p:nvPr>
        </p:nvSpPr>
        <p:spPr>
          <a:xfrm>
            <a:off x="311725" y="1133300"/>
            <a:ext cx="4027500" cy="2392800"/>
          </a:xfrm>
          <a:prstGeom prst="rect">
            <a:avLst/>
          </a:prstGeom>
          <a:noFill/>
          <a:ln>
            <a:noFill/>
          </a:ln>
        </p:spPr>
      </p:sp>
      <p:sp>
        <p:nvSpPr>
          <p:cNvPr id="481" name="Google Shape;481;p6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82" name="Google Shape;482;p6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3" name="Google Shape;483;p6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84" name="Google Shape;484;p6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85" name="Shape 485"/>
        <p:cNvGrpSpPr/>
        <p:nvPr/>
      </p:nvGrpSpPr>
      <p:grpSpPr>
        <a:xfrm>
          <a:off x="0" y="0"/>
          <a:ext cx="0" cy="0"/>
          <a:chOff x="0" y="0"/>
          <a:chExt cx="0" cy="0"/>
        </a:xfrm>
      </p:grpSpPr>
      <p:sp>
        <p:nvSpPr>
          <p:cNvPr id="486" name="Google Shape;486;p64"/>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87" name="Google Shape;487;p64"/>
          <p:cNvSpPr/>
          <p:nvPr>
            <p:ph idx="2" type="pic"/>
          </p:nvPr>
        </p:nvSpPr>
        <p:spPr>
          <a:xfrm>
            <a:off x="6205225" y="1128325"/>
            <a:ext cx="2627100" cy="2273100"/>
          </a:xfrm>
          <a:prstGeom prst="rect">
            <a:avLst/>
          </a:prstGeom>
          <a:noFill/>
          <a:ln>
            <a:noFill/>
          </a:ln>
        </p:spPr>
      </p:sp>
      <p:sp>
        <p:nvSpPr>
          <p:cNvPr id="488" name="Google Shape;488;p64"/>
          <p:cNvSpPr/>
          <p:nvPr>
            <p:ph idx="3" type="pic"/>
          </p:nvPr>
        </p:nvSpPr>
        <p:spPr>
          <a:xfrm>
            <a:off x="311725" y="1128325"/>
            <a:ext cx="2627100" cy="2273100"/>
          </a:xfrm>
          <a:prstGeom prst="rect">
            <a:avLst/>
          </a:prstGeom>
          <a:noFill/>
          <a:ln>
            <a:noFill/>
          </a:ln>
        </p:spPr>
      </p:sp>
      <p:sp>
        <p:nvSpPr>
          <p:cNvPr id="489" name="Google Shape;489;p6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90" name="Google Shape;490;p64"/>
          <p:cNvSpPr/>
          <p:nvPr>
            <p:ph idx="5" type="pic"/>
          </p:nvPr>
        </p:nvSpPr>
        <p:spPr>
          <a:xfrm>
            <a:off x="3255250" y="1128325"/>
            <a:ext cx="2627100" cy="2273100"/>
          </a:xfrm>
          <a:prstGeom prst="rect">
            <a:avLst/>
          </a:prstGeom>
          <a:noFill/>
          <a:ln>
            <a:noFill/>
          </a:ln>
        </p:spPr>
      </p:sp>
      <p:sp>
        <p:nvSpPr>
          <p:cNvPr id="491" name="Google Shape;491;p64"/>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92" name="Google Shape;492;p6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3" name="Google Shape;493;p6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94" name="Google Shape;494;p6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95" name="Google Shape;495;p6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96" name="Shape 496"/>
        <p:cNvGrpSpPr/>
        <p:nvPr/>
      </p:nvGrpSpPr>
      <p:grpSpPr>
        <a:xfrm>
          <a:off x="0" y="0"/>
          <a:ext cx="0" cy="0"/>
          <a:chOff x="0" y="0"/>
          <a:chExt cx="0" cy="0"/>
        </a:xfrm>
      </p:grpSpPr>
      <p:sp>
        <p:nvSpPr>
          <p:cNvPr id="497" name="Google Shape;497;p6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98" name="Shape 498"/>
        <p:cNvGrpSpPr/>
        <p:nvPr/>
      </p:nvGrpSpPr>
      <p:grpSpPr>
        <a:xfrm>
          <a:off x="0" y="0"/>
          <a:ext cx="0" cy="0"/>
          <a:chOff x="0" y="0"/>
          <a:chExt cx="0" cy="0"/>
        </a:xfrm>
      </p:grpSpPr>
      <p:sp>
        <p:nvSpPr>
          <p:cNvPr id="499" name="Google Shape;499;p66"/>
          <p:cNvSpPr/>
          <p:nvPr>
            <p:ph idx="2" type="pic"/>
          </p:nvPr>
        </p:nvSpPr>
        <p:spPr>
          <a:xfrm>
            <a:off x="3389600" y="118913"/>
            <a:ext cx="1643700" cy="1535100"/>
          </a:xfrm>
          <a:prstGeom prst="rect">
            <a:avLst/>
          </a:prstGeom>
          <a:noFill/>
          <a:ln>
            <a:noFill/>
          </a:ln>
        </p:spPr>
      </p:sp>
      <p:sp>
        <p:nvSpPr>
          <p:cNvPr id="500" name="Google Shape;500;p66"/>
          <p:cNvSpPr/>
          <p:nvPr>
            <p:ph idx="3" type="pic"/>
          </p:nvPr>
        </p:nvSpPr>
        <p:spPr>
          <a:xfrm>
            <a:off x="5195935" y="118913"/>
            <a:ext cx="1643700" cy="1535100"/>
          </a:xfrm>
          <a:prstGeom prst="rect">
            <a:avLst/>
          </a:prstGeom>
          <a:noFill/>
          <a:ln>
            <a:noFill/>
          </a:ln>
        </p:spPr>
      </p:sp>
      <p:sp>
        <p:nvSpPr>
          <p:cNvPr id="501" name="Google Shape;501;p66"/>
          <p:cNvSpPr/>
          <p:nvPr>
            <p:ph idx="4" type="pic"/>
          </p:nvPr>
        </p:nvSpPr>
        <p:spPr>
          <a:xfrm>
            <a:off x="7002270" y="118913"/>
            <a:ext cx="1643700" cy="1535100"/>
          </a:xfrm>
          <a:prstGeom prst="rect">
            <a:avLst/>
          </a:prstGeom>
          <a:noFill/>
          <a:ln>
            <a:noFill/>
          </a:ln>
        </p:spPr>
      </p:sp>
      <p:sp>
        <p:nvSpPr>
          <p:cNvPr id="502" name="Google Shape;502;p66"/>
          <p:cNvSpPr/>
          <p:nvPr>
            <p:ph idx="5" type="pic"/>
          </p:nvPr>
        </p:nvSpPr>
        <p:spPr>
          <a:xfrm>
            <a:off x="3389588" y="1804212"/>
            <a:ext cx="1643700" cy="1535100"/>
          </a:xfrm>
          <a:prstGeom prst="rect">
            <a:avLst/>
          </a:prstGeom>
          <a:noFill/>
          <a:ln>
            <a:noFill/>
          </a:ln>
        </p:spPr>
      </p:sp>
      <p:sp>
        <p:nvSpPr>
          <p:cNvPr id="503" name="Google Shape;503;p66"/>
          <p:cNvSpPr/>
          <p:nvPr>
            <p:ph idx="6" type="pic"/>
          </p:nvPr>
        </p:nvSpPr>
        <p:spPr>
          <a:xfrm>
            <a:off x="5195922" y="1804212"/>
            <a:ext cx="1643700" cy="1535100"/>
          </a:xfrm>
          <a:prstGeom prst="rect">
            <a:avLst/>
          </a:prstGeom>
          <a:noFill/>
          <a:ln>
            <a:noFill/>
          </a:ln>
        </p:spPr>
      </p:sp>
      <p:sp>
        <p:nvSpPr>
          <p:cNvPr id="504" name="Google Shape;504;p66"/>
          <p:cNvSpPr/>
          <p:nvPr>
            <p:ph idx="7" type="pic"/>
          </p:nvPr>
        </p:nvSpPr>
        <p:spPr>
          <a:xfrm>
            <a:off x="7002257" y="1804212"/>
            <a:ext cx="1643700" cy="1535100"/>
          </a:xfrm>
          <a:prstGeom prst="rect">
            <a:avLst/>
          </a:prstGeom>
          <a:noFill/>
          <a:ln>
            <a:noFill/>
          </a:ln>
        </p:spPr>
      </p:sp>
      <p:sp>
        <p:nvSpPr>
          <p:cNvPr id="505" name="Google Shape;505;p66"/>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6" name="Google Shape;506;p66"/>
          <p:cNvSpPr/>
          <p:nvPr>
            <p:ph idx="8" type="pic"/>
          </p:nvPr>
        </p:nvSpPr>
        <p:spPr>
          <a:xfrm>
            <a:off x="3389588" y="3489487"/>
            <a:ext cx="1643700" cy="1535100"/>
          </a:xfrm>
          <a:prstGeom prst="rect">
            <a:avLst/>
          </a:prstGeom>
          <a:noFill/>
          <a:ln>
            <a:noFill/>
          </a:ln>
        </p:spPr>
      </p:sp>
      <p:sp>
        <p:nvSpPr>
          <p:cNvPr id="507" name="Google Shape;507;p66"/>
          <p:cNvSpPr/>
          <p:nvPr>
            <p:ph idx="9" type="pic"/>
          </p:nvPr>
        </p:nvSpPr>
        <p:spPr>
          <a:xfrm>
            <a:off x="5195922" y="3489487"/>
            <a:ext cx="1643700" cy="1535100"/>
          </a:xfrm>
          <a:prstGeom prst="rect">
            <a:avLst/>
          </a:prstGeom>
          <a:noFill/>
          <a:ln>
            <a:noFill/>
          </a:ln>
        </p:spPr>
      </p:sp>
      <p:sp>
        <p:nvSpPr>
          <p:cNvPr id="508" name="Google Shape;508;p6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slideLayout" Target="../slideLayouts/slideLayout6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51" Type="http://schemas.openxmlformats.org/officeDocument/2006/relationships/slideLayout" Target="../slideLayouts/slideLayout62.xml"/><Relationship Id="rId50" Type="http://schemas.openxmlformats.org/officeDocument/2006/relationships/slideLayout" Target="../slideLayouts/slideLayout61.xml"/><Relationship Id="rId53" Type="http://schemas.openxmlformats.org/officeDocument/2006/relationships/slideLayout" Target="../slideLayouts/slideLayout64.xml"/><Relationship Id="rId52" Type="http://schemas.openxmlformats.org/officeDocument/2006/relationships/slideLayout" Target="../slideLayouts/slideLayout6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54" Type="http://schemas.openxmlformats.org/officeDocument/2006/relationships/theme" Target="../theme/theme3.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361850" y="2004025"/>
            <a:ext cx="5627400" cy="25473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indent="-304800" lvl="1" marL="9144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indent="-304800" lvl="2" marL="13716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indent="-304800" lvl="3" marL="18288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indent="-304800" lvl="4" marL="22860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indent="-304800" lvl="5" marL="27432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indent="-304800" lvl="6" marL="32004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indent="-304800" lvl="7" marL="36576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indent="-304800" lvl="8" marL="4114800">
              <a:lnSpc>
                <a:spcPct val="115000"/>
              </a:lnSpc>
              <a:spcBef>
                <a:spcPts val="800"/>
              </a:spcBef>
              <a:spcAft>
                <a:spcPts val="800"/>
              </a:spcAft>
              <a:buClr>
                <a:schemeClr val="lt1"/>
              </a:buClr>
              <a:buSzPts val="1200"/>
              <a:buFont typeface="DM Sans"/>
              <a:buChar char="■"/>
              <a:defRPr sz="1200">
                <a:solidFill>
                  <a:schemeClr val="lt1"/>
                </a:solidFill>
                <a:latin typeface="DM Sans"/>
                <a:ea typeface="DM Sans"/>
                <a:cs typeface="DM Sans"/>
                <a:sym typeface="DM Sans"/>
              </a:defRPr>
            </a:lvl9pPr>
          </a:lstStyle>
          <a:p/>
        </p:txBody>
      </p:sp>
      <p:sp>
        <p:nvSpPr>
          <p:cNvPr id="52" name="Google Shape;52;p13"/>
          <p:cNvSpPr txBox="1"/>
          <p:nvPr>
            <p:ph type="title"/>
          </p:nvPr>
        </p:nvSpPr>
        <p:spPr>
          <a:xfrm>
            <a:off x="438150" y="524575"/>
            <a:ext cx="5433000" cy="90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Newsreader"/>
              <a:buNone/>
              <a:defRPr sz="3000">
                <a:solidFill>
                  <a:schemeClr val="lt1"/>
                </a:solidFill>
                <a:latin typeface="Newsreader"/>
                <a:ea typeface="Newsreader"/>
                <a:cs typeface="Newsreader"/>
                <a:sym typeface="Newsreade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13"/>
          <p:cNvSpPr txBox="1"/>
          <p:nvPr>
            <p:ph idx="2" type="body"/>
          </p:nvPr>
        </p:nvSpPr>
        <p:spPr>
          <a:xfrm>
            <a:off x="4700200" y="1614100"/>
            <a:ext cx="3756600" cy="25473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indent="-304800" lvl="1" marL="9144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indent="-304800" lvl="2" marL="13716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indent="-304800" lvl="3" marL="1828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indent="-304800" lvl="4" marL="22860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indent="-304800" lvl="5" marL="27432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indent="-304800" lvl="6" marL="32004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indent="-304800" lvl="7" marL="36576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indent="-304800" lvl="8" marL="4114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 id="2147483708" r:id="rId50"/>
    <p:sldLayoutId id="2147483709" r:id="rId51"/>
    <p:sldLayoutId id="2147483710" r:id="rId52"/>
    <p:sldLayoutId id="2147483711" r:id="rId5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29">
          <p15:clr>
            <a:srgbClr val="E46962"/>
          </p15:clr>
        </p15:guide>
        <p15:guide id="2" orient="horz" pos="233">
          <p15:clr>
            <a:srgbClr val="E46962"/>
          </p15:clr>
        </p15:guide>
        <p15:guide id="3" orient="horz" pos="3011">
          <p15:clr>
            <a:srgbClr val="E46962"/>
          </p15:clr>
        </p15:guide>
        <p15:guide id="4" pos="2850">
          <p15:clr>
            <a:srgbClr val="E46962"/>
          </p15:clr>
        </p15:guide>
        <p15:guide id="5" pos="2910">
          <p15:clr>
            <a:srgbClr val="E46962"/>
          </p15:clr>
        </p15:guide>
        <p15:guide id="6" pos="1468">
          <p15:clr>
            <a:srgbClr val="E46962"/>
          </p15:clr>
        </p15:guide>
        <p15:guide id="7" pos="1527">
          <p15:clr>
            <a:srgbClr val="E46962"/>
          </p15:clr>
        </p15:guide>
        <p15:guide id="8" pos="4226">
          <p15:clr>
            <a:srgbClr val="E46962"/>
          </p15:clr>
        </p15:guide>
        <p15:guide id="9" pos="4285">
          <p15:clr>
            <a:srgbClr val="E46962"/>
          </p15:clr>
        </p15:guide>
        <p15:guide id="10" pos="3773">
          <p15:clr>
            <a:srgbClr val="E46962"/>
          </p15:clr>
        </p15:guide>
        <p15:guide id="11" pos="3830">
          <p15:clr>
            <a:srgbClr val="E46962"/>
          </p15:clr>
        </p15:guide>
        <p15:guide id="12" pos="1930">
          <p15:clr>
            <a:srgbClr val="E46962"/>
          </p15:clr>
        </p15:guide>
        <p15:guide id="13" pos="1987">
          <p15:clr>
            <a:srgbClr val="E46962"/>
          </p15:clr>
        </p15:guide>
        <p15:guide id="14" orient="horz" pos="2867">
          <p15:clr>
            <a:srgbClr val="E46962"/>
          </p15:clr>
        </p15:guide>
        <p15:guide id="15" orient="horz" pos="1135">
          <p15:clr>
            <a:srgbClr val="E46962"/>
          </p15:clr>
        </p15:guide>
        <p15:guide id="16" orient="horz" pos="1194">
          <p15:clr>
            <a:srgbClr val="E46962"/>
          </p15:clr>
        </p15:guide>
        <p15:guide id="17" orient="horz" pos="2043">
          <p15:clr>
            <a:srgbClr val="E46962"/>
          </p15:clr>
        </p15:guide>
        <p15:guide id="18" orient="horz" pos="2103">
          <p15:clr>
            <a:srgbClr val="E46962"/>
          </p15:clr>
        </p15:guide>
        <p15:guide id="19" pos="228">
          <p15:clr>
            <a:srgbClr val="E46962"/>
          </p15:clr>
        </p15:guide>
        <p15:guide id="20" orient="horz" pos="67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xml"/><Relationship Id="rId3" Type="http://schemas.openxmlformats.org/officeDocument/2006/relationships/image" Target="../media/image15.png"/><Relationship Id="rId4" Type="http://schemas.openxmlformats.org/officeDocument/2006/relationships/image" Target="../media/image6.png"/><Relationship Id="rId5"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5.xml"/><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9.xml"/><Relationship Id="rId3"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1.xml"/><Relationship Id="rId3" Type="http://schemas.openxmlformats.org/officeDocument/2006/relationships/hyperlink" Target="http://drive.google.com/file/d/1ex5jfu1WTOlxEDNNDCgdPVdAkFZJyj2R/view" TargetMode="External"/><Relationship Id="rId4" Type="http://schemas.openxmlformats.org/officeDocument/2006/relationships/image" Target="../media/image1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Relationship Id="rId3"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4.xml"/><Relationship Id="rId3" Type="http://schemas.openxmlformats.org/officeDocument/2006/relationships/hyperlink" Target="http://drive.google.com/file/d/1SmHYcjArLY8EdBS_P8oO6ttntgG3btbJ/view" TargetMode="Externa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8.xml"/><Relationship Id="rId3" Type="http://schemas.openxmlformats.org/officeDocument/2006/relationships/image" Target="../media/image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descr="A close-up of a modern glass structure. " id="513" name="Google Shape;513;p67"/>
          <p:cNvPicPr preferRelativeResize="0"/>
          <p:nvPr/>
        </p:nvPicPr>
        <p:blipFill rotWithShape="1">
          <a:blip r:embed="rId3">
            <a:alphaModFix/>
          </a:blip>
          <a:srcRect b="79" l="21736" r="19116" t="0"/>
          <a:stretch/>
        </p:blipFill>
        <p:spPr>
          <a:xfrm>
            <a:off x="4587725" y="-8750"/>
            <a:ext cx="4572001" cy="5148074"/>
          </a:xfrm>
          <a:prstGeom prst="rect">
            <a:avLst/>
          </a:prstGeom>
          <a:noFill/>
          <a:ln>
            <a:noFill/>
          </a:ln>
        </p:spPr>
      </p:pic>
      <p:sp>
        <p:nvSpPr>
          <p:cNvPr id="514" name="Google Shape;514;p67"/>
          <p:cNvSpPr txBox="1"/>
          <p:nvPr>
            <p:ph type="title"/>
          </p:nvPr>
        </p:nvSpPr>
        <p:spPr>
          <a:xfrm>
            <a:off x="361975" y="923525"/>
            <a:ext cx="3860100" cy="1218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ARINC 429 Midterm Presentation</a:t>
            </a:r>
            <a:endParaRPr/>
          </a:p>
        </p:txBody>
      </p:sp>
      <p:sp>
        <p:nvSpPr>
          <p:cNvPr id="515" name="Google Shape;515;p67"/>
          <p:cNvSpPr txBox="1"/>
          <p:nvPr>
            <p:ph idx="1" type="subTitle"/>
          </p:nvPr>
        </p:nvSpPr>
        <p:spPr>
          <a:xfrm>
            <a:off x="361975" y="255533"/>
            <a:ext cx="3860100" cy="377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Team </a:t>
            </a:r>
            <a:r>
              <a:rPr lang="en"/>
              <a:t>Caterpillar</a:t>
            </a:r>
            <a:endParaRPr/>
          </a:p>
          <a:p>
            <a:pPr indent="0" lvl="0" marL="0" rtl="0" algn="ctr">
              <a:spcBef>
                <a:spcPts val="0"/>
              </a:spcBef>
              <a:spcAft>
                <a:spcPts val="0"/>
              </a:spcAft>
              <a:buNone/>
            </a:pPr>
            <a:r>
              <a:rPr lang="en"/>
              <a:t>10/15</a:t>
            </a:r>
            <a:endParaRPr/>
          </a:p>
        </p:txBody>
      </p:sp>
      <p:sp>
        <p:nvSpPr>
          <p:cNvPr id="516" name="Google Shape;516;p67"/>
          <p:cNvSpPr txBox="1"/>
          <p:nvPr>
            <p:ph idx="3" type="body"/>
          </p:nvPr>
        </p:nvSpPr>
        <p:spPr>
          <a:xfrm>
            <a:off x="422050" y="2922597"/>
            <a:ext cx="3492600" cy="1327500"/>
          </a:xfrm>
          <a:prstGeom prst="rect">
            <a:avLst/>
          </a:prstGeom>
        </p:spPr>
        <p:txBody>
          <a:bodyPr anchorCtr="0" anchor="b" bIns="91425" lIns="91425" spcFirstLastPara="1" rIns="91425" wrap="square" tIns="91425">
            <a:noAutofit/>
          </a:bodyPr>
          <a:lstStyle/>
          <a:p>
            <a:pPr indent="0" lvl="0" marL="0" rtl="0" algn="l">
              <a:spcBef>
                <a:spcPts val="1200"/>
              </a:spcBef>
              <a:spcAft>
                <a:spcPts val="0"/>
              </a:spcAft>
              <a:buNone/>
            </a:pPr>
            <a:r>
              <a:rPr lang="en" sz="1100">
                <a:latin typeface="DM Sans"/>
                <a:ea typeface="DM Sans"/>
                <a:cs typeface="DM Sans"/>
                <a:sym typeface="DM Sans"/>
              </a:rPr>
              <a:t>This presentation outlines a the concept security gateway design of ARINC 429 data bus.</a:t>
            </a:r>
            <a:endParaRPr sz="1100">
              <a:latin typeface="DM Sans"/>
              <a:ea typeface="DM Sans"/>
              <a:cs typeface="DM Sans"/>
              <a:sym typeface="DM Sans"/>
            </a:endParaRPr>
          </a:p>
          <a:p>
            <a:pPr indent="0" lvl="0" marL="0" rtl="0" algn="l">
              <a:spcBef>
                <a:spcPts val="1200"/>
              </a:spcBef>
              <a:spcAft>
                <a:spcPts val="0"/>
              </a:spcAft>
              <a:buNone/>
            </a:pPr>
            <a:r>
              <a:t/>
            </a:r>
            <a:endParaRPr sz="1100">
              <a:latin typeface="DM Sans"/>
              <a:ea typeface="DM Sans"/>
              <a:cs typeface="DM Sans"/>
              <a:sym typeface="DM Sans"/>
            </a:endParaRPr>
          </a:p>
          <a:p>
            <a:pPr indent="0" lvl="0" marL="0" rtl="0" algn="ctr">
              <a:spcBef>
                <a:spcPts val="120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68"/>
          <p:cNvSpPr/>
          <p:nvPr/>
        </p:nvSpPr>
        <p:spPr>
          <a:xfrm>
            <a:off x="6857075" y="1801500"/>
            <a:ext cx="2294400" cy="3342000"/>
          </a:xfrm>
          <a:prstGeom prst="roundRect">
            <a:avLst>
              <a:gd fmla="val 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DM Sans"/>
              <a:ea typeface="DM Sans"/>
              <a:cs typeface="DM Sans"/>
              <a:sym typeface="DM Sans"/>
            </a:endParaRPr>
          </a:p>
        </p:txBody>
      </p:sp>
      <p:sp>
        <p:nvSpPr>
          <p:cNvPr id="522" name="Google Shape;522;p68"/>
          <p:cNvSpPr/>
          <p:nvPr/>
        </p:nvSpPr>
        <p:spPr>
          <a:xfrm>
            <a:off x="4562625" y="1801500"/>
            <a:ext cx="2294400" cy="3342000"/>
          </a:xfrm>
          <a:prstGeom prst="roundRect">
            <a:avLst>
              <a:gd fmla="val 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DM Sans"/>
              <a:ea typeface="DM Sans"/>
              <a:cs typeface="DM Sans"/>
              <a:sym typeface="DM Sans"/>
            </a:endParaRPr>
          </a:p>
        </p:txBody>
      </p:sp>
      <p:sp>
        <p:nvSpPr>
          <p:cNvPr id="523" name="Google Shape;523;p68"/>
          <p:cNvSpPr/>
          <p:nvPr/>
        </p:nvSpPr>
        <p:spPr>
          <a:xfrm>
            <a:off x="2294450" y="1801500"/>
            <a:ext cx="2294400" cy="3342000"/>
          </a:xfrm>
          <a:prstGeom prst="roundRect">
            <a:avLst>
              <a:gd fmla="val 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DM Sans"/>
              <a:ea typeface="DM Sans"/>
              <a:cs typeface="DM Sans"/>
              <a:sym typeface="DM Sans"/>
            </a:endParaRPr>
          </a:p>
        </p:txBody>
      </p:sp>
      <p:sp>
        <p:nvSpPr>
          <p:cNvPr id="524" name="Google Shape;524;p68"/>
          <p:cNvSpPr txBox="1"/>
          <p:nvPr>
            <p:ph type="title"/>
          </p:nvPr>
        </p:nvSpPr>
        <p:spPr>
          <a:xfrm>
            <a:off x="361975" y="962092"/>
            <a:ext cx="5718600" cy="49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Our </a:t>
            </a:r>
            <a:r>
              <a:rPr i="1" lang="en"/>
              <a:t>t</a:t>
            </a:r>
            <a:r>
              <a:rPr i="1" lang="en"/>
              <a:t>eam</a:t>
            </a:r>
            <a:endParaRPr i="1"/>
          </a:p>
        </p:txBody>
      </p:sp>
      <p:sp>
        <p:nvSpPr>
          <p:cNvPr id="525" name="Google Shape;525;p68"/>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6" name="Google Shape;526;p68"/>
          <p:cNvSpPr txBox="1"/>
          <p:nvPr>
            <p:ph idx="9" type="subTitle"/>
          </p:nvPr>
        </p:nvSpPr>
        <p:spPr>
          <a:xfrm>
            <a:off x="361975" y="2159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latin typeface="DM Sans Light"/>
                <a:ea typeface="DM Sans Light"/>
                <a:cs typeface="DM Sans Light"/>
                <a:sym typeface="DM Sans Light"/>
              </a:rPr>
              <a:t>Team Caterpillar</a:t>
            </a:r>
            <a:endParaRPr>
              <a:latin typeface="DM Sans Light"/>
              <a:ea typeface="DM Sans Light"/>
              <a:cs typeface="DM Sans Light"/>
              <a:sym typeface="DM Sans Light"/>
            </a:endParaRPr>
          </a:p>
          <a:p>
            <a:pPr indent="0" lvl="0" marL="0" rtl="0" algn="l">
              <a:spcBef>
                <a:spcPts val="0"/>
              </a:spcBef>
              <a:spcAft>
                <a:spcPts val="0"/>
              </a:spcAft>
              <a:buNone/>
            </a:pPr>
            <a:r>
              <a:t/>
            </a:r>
            <a:endParaRPr/>
          </a:p>
        </p:txBody>
      </p:sp>
      <p:sp>
        <p:nvSpPr>
          <p:cNvPr id="527" name="Google Shape;527;p68"/>
          <p:cNvSpPr txBox="1"/>
          <p:nvPr>
            <p:ph idx="16" type="subTitle"/>
          </p:nvPr>
        </p:nvSpPr>
        <p:spPr>
          <a:xfrm>
            <a:off x="7188325" y="3248209"/>
            <a:ext cx="1587900" cy="2154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lang="en"/>
              <a:t>Brandon</a:t>
            </a:r>
            <a:endParaRPr/>
          </a:p>
        </p:txBody>
      </p:sp>
      <p:sp>
        <p:nvSpPr>
          <p:cNvPr id="528" name="Google Shape;528;p68"/>
          <p:cNvSpPr txBox="1"/>
          <p:nvPr>
            <p:ph idx="19" type="subTitle"/>
          </p:nvPr>
        </p:nvSpPr>
        <p:spPr>
          <a:xfrm>
            <a:off x="4924850" y="3248209"/>
            <a:ext cx="1587900" cy="2154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lang="en"/>
              <a:t>Nate</a:t>
            </a:r>
            <a:endParaRPr/>
          </a:p>
        </p:txBody>
      </p:sp>
      <p:sp>
        <p:nvSpPr>
          <p:cNvPr id="529" name="Google Shape;529;p68"/>
          <p:cNvSpPr txBox="1"/>
          <p:nvPr>
            <p:ph idx="22" type="subTitle"/>
          </p:nvPr>
        </p:nvSpPr>
        <p:spPr>
          <a:xfrm>
            <a:off x="2643513" y="3248209"/>
            <a:ext cx="1587900" cy="2154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lang="en"/>
              <a:t>Joshua</a:t>
            </a:r>
            <a:endParaRPr/>
          </a:p>
        </p:txBody>
      </p:sp>
      <p:pic>
        <p:nvPicPr>
          <p:cNvPr id="530" name="Google Shape;530;p68" title="Screenshot 2025-10-10 122757.png"/>
          <p:cNvPicPr preferRelativeResize="0"/>
          <p:nvPr>
            <p:ph idx="5" type="pic"/>
          </p:nvPr>
        </p:nvPicPr>
        <p:blipFill rotWithShape="1">
          <a:blip r:embed="rId3">
            <a:alphaModFix/>
          </a:blip>
          <a:srcRect b="845" l="0" r="0" t="845"/>
          <a:stretch/>
        </p:blipFill>
        <p:spPr>
          <a:xfrm>
            <a:off x="2939188" y="1923334"/>
            <a:ext cx="991800" cy="991800"/>
          </a:xfrm>
          <a:prstGeom prst="rect">
            <a:avLst/>
          </a:prstGeom>
        </p:spPr>
      </p:pic>
      <p:pic>
        <p:nvPicPr>
          <p:cNvPr id="531" name="Google Shape;531;p68" title="Screenshot 2025-10-10 122803.png"/>
          <p:cNvPicPr preferRelativeResize="0"/>
          <p:nvPr>
            <p:ph idx="6" type="pic"/>
          </p:nvPr>
        </p:nvPicPr>
        <p:blipFill rotWithShape="1">
          <a:blip r:embed="rId4">
            <a:alphaModFix/>
          </a:blip>
          <a:srcRect b="0" l="1286" r="1286" t="0"/>
          <a:stretch/>
        </p:blipFill>
        <p:spPr>
          <a:xfrm>
            <a:off x="5217238" y="1923334"/>
            <a:ext cx="991800" cy="991800"/>
          </a:xfrm>
          <a:prstGeom prst="rect">
            <a:avLst/>
          </a:prstGeom>
        </p:spPr>
      </p:pic>
      <p:pic>
        <p:nvPicPr>
          <p:cNvPr id="532" name="Google Shape;532;p68" title="Screenshot 2025-10-10 123051.png"/>
          <p:cNvPicPr preferRelativeResize="0"/>
          <p:nvPr>
            <p:ph idx="7" type="pic"/>
          </p:nvPr>
        </p:nvPicPr>
        <p:blipFill rotWithShape="1">
          <a:blip r:embed="rId5">
            <a:alphaModFix/>
          </a:blip>
          <a:srcRect b="4018" l="0" r="0" t="4018"/>
          <a:stretch/>
        </p:blipFill>
        <p:spPr>
          <a:xfrm>
            <a:off x="7492938" y="1923334"/>
            <a:ext cx="991799" cy="991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69"/>
          <p:cNvSpPr/>
          <p:nvPr/>
        </p:nvSpPr>
        <p:spPr>
          <a:xfrm>
            <a:off x="50" y="1804397"/>
            <a:ext cx="3048000" cy="1370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538" name="Google Shape;538;p69"/>
          <p:cNvSpPr/>
          <p:nvPr/>
        </p:nvSpPr>
        <p:spPr>
          <a:xfrm>
            <a:off x="3048087" y="1804397"/>
            <a:ext cx="3048000" cy="1370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539" name="Google Shape;539;p69"/>
          <p:cNvSpPr/>
          <p:nvPr/>
        </p:nvSpPr>
        <p:spPr>
          <a:xfrm>
            <a:off x="6096124" y="1804397"/>
            <a:ext cx="3048000" cy="1370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540" name="Google Shape;540;p69"/>
          <p:cNvSpPr/>
          <p:nvPr/>
        </p:nvSpPr>
        <p:spPr>
          <a:xfrm>
            <a:off x="50" y="3174279"/>
            <a:ext cx="3048000" cy="1370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541" name="Google Shape;541;p69"/>
          <p:cNvSpPr/>
          <p:nvPr/>
        </p:nvSpPr>
        <p:spPr>
          <a:xfrm>
            <a:off x="3048087" y="3174279"/>
            <a:ext cx="3048000" cy="1370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542" name="Google Shape;542;p69"/>
          <p:cNvSpPr/>
          <p:nvPr/>
        </p:nvSpPr>
        <p:spPr>
          <a:xfrm>
            <a:off x="6096124" y="3174279"/>
            <a:ext cx="3048000" cy="13707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DM Sans"/>
              <a:ea typeface="DM Sans"/>
              <a:cs typeface="DM Sans"/>
              <a:sym typeface="DM Sans"/>
            </a:endParaRPr>
          </a:p>
        </p:txBody>
      </p:sp>
      <p:sp>
        <p:nvSpPr>
          <p:cNvPr id="543" name="Google Shape;543;p69"/>
          <p:cNvSpPr txBox="1"/>
          <p:nvPr>
            <p:ph idx="1" type="subTitle"/>
          </p:nvPr>
        </p:nvSpPr>
        <p:spPr>
          <a:xfrm>
            <a:off x="363200" y="2516650"/>
            <a:ext cx="2321700" cy="187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What is ARINC</a:t>
            </a:r>
            <a:endParaRPr/>
          </a:p>
        </p:txBody>
      </p:sp>
      <p:sp>
        <p:nvSpPr>
          <p:cNvPr id="544" name="Google Shape;544;p69"/>
          <p:cNvSpPr txBox="1"/>
          <p:nvPr>
            <p:ph idx="2" type="subTitle"/>
          </p:nvPr>
        </p:nvSpPr>
        <p:spPr>
          <a:xfrm>
            <a:off x="361975" y="2227250"/>
            <a:ext cx="2321700" cy="219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1</a:t>
            </a:r>
            <a:endParaRPr/>
          </a:p>
        </p:txBody>
      </p:sp>
      <p:sp>
        <p:nvSpPr>
          <p:cNvPr id="545" name="Google Shape;545;p69"/>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46" name="Google Shape;546;p69"/>
          <p:cNvSpPr txBox="1"/>
          <p:nvPr>
            <p:ph type="title"/>
          </p:nvPr>
        </p:nvSpPr>
        <p:spPr>
          <a:xfrm>
            <a:off x="361975" y="616117"/>
            <a:ext cx="5718600" cy="997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Content </a:t>
            </a:r>
            <a:r>
              <a:rPr i="1" lang="en"/>
              <a:t>o</a:t>
            </a:r>
            <a:r>
              <a:rPr i="1" lang="en"/>
              <a:t>verview </a:t>
            </a:r>
            <a:r>
              <a:rPr lang="en"/>
              <a:t>ARINC 429</a:t>
            </a:r>
            <a:endParaRPr i="1"/>
          </a:p>
        </p:txBody>
      </p:sp>
      <p:sp>
        <p:nvSpPr>
          <p:cNvPr id="547" name="Google Shape;547;p69"/>
          <p:cNvSpPr txBox="1"/>
          <p:nvPr>
            <p:ph idx="4" type="subTitle"/>
          </p:nvPr>
        </p:nvSpPr>
        <p:spPr>
          <a:xfrm>
            <a:off x="3411825" y="2516650"/>
            <a:ext cx="2321700" cy="187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DREAD</a:t>
            </a:r>
            <a:br>
              <a:rPr lang="en"/>
            </a:br>
            <a:r>
              <a:rPr lang="en"/>
              <a:t>Overview</a:t>
            </a:r>
            <a:endParaRPr/>
          </a:p>
          <a:p>
            <a:pPr indent="0" lvl="0" marL="0" rtl="0" algn="l">
              <a:spcBef>
                <a:spcPts val="0"/>
              </a:spcBef>
              <a:spcAft>
                <a:spcPts val="0"/>
              </a:spcAft>
              <a:buNone/>
            </a:pPr>
            <a:r>
              <a:t/>
            </a:r>
            <a:endParaRPr/>
          </a:p>
        </p:txBody>
      </p:sp>
      <p:sp>
        <p:nvSpPr>
          <p:cNvPr id="548" name="Google Shape;548;p69"/>
          <p:cNvSpPr txBox="1"/>
          <p:nvPr>
            <p:ph idx="5" type="subTitle"/>
          </p:nvPr>
        </p:nvSpPr>
        <p:spPr>
          <a:xfrm>
            <a:off x="3410600" y="2227250"/>
            <a:ext cx="2321700" cy="219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2</a:t>
            </a:r>
            <a:endParaRPr/>
          </a:p>
        </p:txBody>
      </p:sp>
      <p:sp>
        <p:nvSpPr>
          <p:cNvPr id="549" name="Google Shape;549;p69"/>
          <p:cNvSpPr txBox="1"/>
          <p:nvPr>
            <p:ph idx="6" type="subTitle"/>
          </p:nvPr>
        </p:nvSpPr>
        <p:spPr>
          <a:xfrm>
            <a:off x="6460475" y="2516650"/>
            <a:ext cx="2321700" cy="187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Spoofing</a:t>
            </a:r>
            <a:endParaRPr/>
          </a:p>
        </p:txBody>
      </p:sp>
      <p:sp>
        <p:nvSpPr>
          <p:cNvPr id="550" name="Google Shape;550;p69"/>
          <p:cNvSpPr txBox="1"/>
          <p:nvPr>
            <p:ph idx="7" type="subTitle"/>
          </p:nvPr>
        </p:nvSpPr>
        <p:spPr>
          <a:xfrm>
            <a:off x="6459250" y="2227250"/>
            <a:ext cx="2321700" cy="219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3</a:t>
            </a:r>
            <a:endParaRPr/>
          </a:p>
        </p:txBody>
      </p:sp>
      <p:sp>
        <p:nvSpPr>
          <p:cNvPr id="551" name="Google Shape;551;p69"/>
          <p:cNvSpPr txBox="1"/>
          <p:nvPr>
            <p:ph idx="8" type="subTitle"/>
          </p:nvPr>
        </p:nvSpPr>
        <p:spPr>
          <a:xfrm>
            <a:off x="363200" y="3864775"/>
            <a:ext cx="2321700" cy="187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Replay</a:t>
            </a:r>
            <a:endParaRPr/>
          </a:p>
          <a:p>
            <a:pPr indent="0" lvl="0" marL="0" rtl="0" algn="l">
              <a:spcBef>
                <a:spcPts val="0"/>
              </a:spcBef>
              <a:spcAft>
                <a:spcPts val="0"/>
              </a:spcAft>
              <a:buNone/>
            </a:pPr>
            <a:r>
              <a:t/>
            </a:r>
            <a:endParaRPr/>
          </a:p>
        </p:txBody>
      </p:sp>
      <p:sp>
        <p:nvSpPr>
          <p:cNvPr id="552" name="Google Shape;552;p69"/>
          <p:cNvSpPr txBox="1"/>
          <p:nvPr>
            <p:ph idx="9" type="subTitle"/>
          </p:nvPr>
        </p:nvSpPr>
        <p:spPr>
          <a:xfrm>
            <a:off x="361975" y="3575375"/>
            <a:ext cx="2321700" cy="219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4</a:t>
            </a:r>
            <a:endParaRPr/>
          </a:p>
        </p:txBody>
      </p:sp>
      <p:sp>
        <p:nvSpPr>
          <p:cNvPr id="553" name="Google Shape;553;p69"/>
          <p:cNvSpPr txBox="1"/>
          <p:nvPr>
            <p:ph idx="13" type="subTitle"/>
          </p:nvPr>
        </p:nvSpPr>
        <p:spPr>
          <a:xfrm>
            <a:off x="3411825" y="3864775"/>
            <a:ext cx="2321700" cy="187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DoS</a:t>
            </a:r>
            <a:endParaRPr/>
          </a:p>
          <a:p>
            <a:pPr indent="0" lvl="0" marL="0" rtl="0" algn="l">
              <a:spcBef>
                <a:spcPts val="0"/>
              </a:spcBef>
              <a:spcAft>
                <a:spcPts val="0"/>
              </a:spcAft>
              <a:buNone/>
            </a:pPr>
            <a:r>
              <a:t/>
            </a:r>
            <a:endParaRPr/>
          </a:p>
        </p:txBody>
      </p:sp>
      <p:sp>
        <p:nvSpPr>
          <p:cNvPr id="554" name="Google Shape;554;p69"/>
          <p:cNvSpPr txBox="1"/>
          <p:nvPr>
            <p:ph idx="14" type="subTitle"/>
          </p:nvPr>
        </p:nvSpPr>
        <p:spPr>
          <a:xfrm>
            <a:off x="3410600" y="3575375"/>
            <a:ext cx="2321700" cy="219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5</a:t>
            </a:r>
            <a:endParaRPr/>
          </a:p>
        </p:txBody>
      </p:sp>
      <p:sp>
        <p:nvSpPr>
          <p:cNvPr id="555" name="Google Shape;555;p69"/>
          <p:cNvSpPr txBox="1"/>
          <p:nvPr>
            <p:ph idx="15" type="subTitle"/>
          </p:nvPr>
        </p:nvSpPr>
        <p:spPr>
          <a:xfrm>
            <a:off x="6460475" y="3864775"/>
            <a:ext cx="2321700" cy="187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Conclustion</a:t>
            </a:r>
            <a:endParaRPr/>
          </a:p>
          <a:p>
            <a:pPr indent="0" lvl="0" marL="0" rtl="0" algn="l">
              <a:spcBef>
                <a:spcPts val="0"/>
              </a:spcBef>
              <a:spcAft>
                <a:spcPts val="0"/>
              </a:spcAft>
              <a:buNone/>
            </a:pPr>
            <a:r>
              <a:t/>
            </a:r>
            <a:endParaRPr/>
          </a:p>
        </p:txBody>
      </p:sp>
      <p:sp>
        <p:nvSpPr>
          <p:cNvPr id="556" name="Google Shape;556;p69"/>
          <p:cNvSpPr txBox="1"/>
          <p:nvPr>
            <p:ph idx="16" type="subTitle"/>
          </p:nvPr>
        </p:nvSpPr>
        <p:spPr>
          <a:xfrm>
            <a:off x="6459250" y="3575375"/>
            <a:ext cx="2321700" cy="219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6</a:t>
            </a:r>
            <a:endParaRPr/>
          </a:p>
        </p:txBody>
      </p:sp>
      <p:sp>
        <p:nvSpPr>
          <p:cNvPr id="557" name="Google Shape;557;p69"/>
          <p:cNvSpPr txBox="1"/>
          <p:nvPr>
            <p:ph idx="4" type="subTitle"/>
          </p:nvPr>
        </p:nvSpPr>
        <p:spPr>
          <a:xfrm>
            <a:off x="363200" y="250500"/>
            <a:ext cx="4163100" cy="237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700">
                <a:latin typeface="DM Sans Light"/>
                <a:ea typeface="DM Sans Light"/>
                <a:cs typeface="DM Sans Light"/>
                <a:sym typeface="DM Sans Light"/>
              </a:rPr>
              <a:t>Team Caterpillar</a:t>
            </a:r>
            <a:endParaRPr sz="700">
              <a:latin typeface="DM Sans Light"/>
              <a:ea typeface="DM Sans Light"/>
              <a:cs typeface="DM Sans Light"/>
              <a:sym typeface="DM Sans Light"/>
            </a:endParaRPr>
          </a:p>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70"/>
          <p:cNvSpPr txBox="1"/>
          <p:nvPr>
            <p:ph type="title"/>
          </p:nvPr>
        </p:nvSpPr>
        <p:spPr>
          <a:xfrm>
            <a:off x="4854900" y="903963"/>
            <a:ext cx="4289100" cy="587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What is ARINC 429?</a:t>
            </a:r>
            <a:endParaRPr/>
          </a:p>
        </p:txBody>
      </p:sp>
      <p:pic>
        <p:nvPicPr>
          <p:cNvPr descr="A portrait of a man in profile, silhouetted against a dark blue background. " id="563" name="Google Shape;563;p70"/>
          <p:cNvPicPr preferRelativeResize="0"/>
          <p:nvPr>
            <p:ph idx="2" type="pic"/>
          </p:nvPr>
        </p:nvPicPr>
        <p:blipFill rotWithShape="1">
          <a:blip r:embed="rId3">
            <a:alphaModFix/>
          </a:blip>
          <a:srcRect b="16891" l="0" r="0" t="7999"/>
          <a:stretch/>
        </p:blipFill>
        <p:spPr>
          <a:xfrm flipH="1">
            <a:off x="953803" y="1066100"/>
            <a:ext cx="2664299" cy="3002701"/>
          </a:xfrm>
          <a:prstGeom prst="rect">
            <a:avLst/>
          </a:prstGeom>
        </p:spPr>
      </p:pic>
      <p:sp>
        <p:nvSpPr>
          <p:cNvPr id="564" name="Google Shape;564;p70"/>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5" name="Google Shape;565;p70"/>
          <p:cNvSpPr txBox="1"/>
          <p:nvPr>
            <p:ph idx="3" type="body"/>
          </p:nvPr>
        </p:nvSpPr>
        <p:spPr>
          <a:xfrm>
            <a:off x="4975925" y="1623691"/>
            <a:ext cx="3783600" cy="1243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The ARINC 429 is a data bus used in </a:t>
            </a:r>
            <a:r>
              <a:rPr lang="en"/>
              <a:t>commercial, private, and military aircrafts </a:t>
            </a:r>
            <a:r>
              <a:rPr lang="en"/>
              <a:t>to transport </a:t>
            </a:r>
            <a:r>
              <a:rPr lang="en"/>
              <a:t>avionic</a:t>
            </a:r>
            <a:r>
              <a:rPr lang="en"/>
              <a:t> data throughout the plane.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includes all of the flight data like the radar, relative pitch and yah, airspeed, data to the black box and much more information.</a:t>
            </a:r>
            <a:endParaRPr/>
          </a:p>
        </p:txBody>
      </p:sp>
      <p:sp>
        <p:nvSpPr>
          <p:cNvPr id="566" name="Google Shape;566;p70"/>
          <p:cNvSpPr txBox="1"/>
          <p:nvPr>
            <p:ph idx="6"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latin typeface="DM Sans Light"/>
                <a:ea typeface="DM Sans Light"/>
                <a:cs typeface="DM Sans Light"/>
                <a:sym typeface="DM Sans Light"/>
              </a:rPr>
              <a:t>Team Caterpillar</a:t>
            </a:r>
            <a:endParaRPr>
              <a:latin typeface="DM Sans Light"/>
              <a:ea typeface="DM Sans Light"/>
              <a:cs typeface="DM Sans Light"/>
              <a:sym typeface="DM Sans Light"/>
            </a:endParaRPr>
          </a:p>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71"/>
          <p:cNvSpPr txBox="1"/>
          <p:nvPr>
            <p:ph type="title"/>
          </p:nvPr>
        </p:nvSpPr>
        <p:spPr>
          <a:xfrm>
            <a:off x="359100" y="613850"/>
            <a:ext cx="5356800" cy="2159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2400"/>
              <a:t>How Does ARINC work?</a:t>
            </a:r>
            <a:endParaRPr sz="2400"/>
          </a:p>
          <a:p>
            <a:pPr indent="-342900" lvl="0" marL="457200" rtl="0" algn="l">
              <a:spcBef>
                <a:spcPts val="0"/>
              </a:spcBef>
              <a:spcAft>
                <a:spcPts val="0"/>
              </a:spcAft>
              <a:buSzPts val="1800"/>
              <a:buChar char="-"/>
            </a:pPr>
            <a:r>
              <a:rPr lang="en" sz="1800"/>
              <a:t>1 transmitter sends data to up to 20 </a:t>
            </a:r>
            <a:r>
              <a:rPr lang="en" sz="1800"/>
              <a:t>receivers</a:t>
            </a:r>
            <a:r>
              <a:rPr lang="en" sz="1800"/>
              <a:t> through a single twisted wire pair in which it is unidirectional.</a:t>
            </a:r>
            <a:endParaRPr sz="1800"/>
          </a:p>
          <a:p>
            <a:pPr indent="-342900" lvl="0" marL="457200" rtl="0" algn="l">
              <a:spcBef>
                <a:spcPts val="0"/>
              </a:spcBef>
              <a:spcAft>
                <a:spcPts val="0"/>
              </a:spcAft>
              <a:buSzPts val="1800"/>
              <a:buChar char="-"/>
            </a:pPr>
            <a:r>
              <a:rPr lang="en" sz="1800"/>
              <a:t>The LRUs transmits 32-bit words, in which 24 of those bits contain data and 8 bits describe the data.</a:t>
            </a:r>
            <a:endParaRPr sz="1800"/>
          </a:p>
          <a:p>
            <a:pPr indent="-342900" lvl="0" marL="457200" rtl="0" algn="l">
              <a:spcBef>
                <a:spcPts val="0"/>
              </a:spcBef>
              <a:spcAft>
                <a:spcPts val="0"/>
              </a:spcAft>
              <a:buSzPts val="1800"/>
              <a:buChar char="-"/>
            </a:pPr>
            <a:r>
              <a:rPr lang="en" sz="1800"/>
              <a:t>There are no addresses for the LRUs but equipment IDs</a:t>
            </a:r>
            <a:endParaRPr sz="1800"/>
          </a:p>
          <a:p>
            <a:pPr indent="-342900" lvl="0" marL="457200" rtl="0" algn="l">
              <a:spcBef>
                <a:spcPts val="0"/>
              </a:spcBef>
              <a:spcAft>
                <a:spcPts val="0"/>
              </a:spcAft>
              <a:buSzPts val="1800"/>
              <a:buChar char="-"/>
            </a:pPr>
            <a:r>
              <a:rPr lang="en" sz="1800"/>
              <a:t>Transmission</a:t>
            </a:r>
            <a:r>
              <a:rPr lang="en" sz="1800"/>
              <a:t> rates can either be 12.5 kHz or 100 kHz with a deviation of 1 and only one of these rates can be used at a time.</a:t>
            </a:r>
            <a:endParaRPr sz="1800"/>
          </a:p>
          <a:p>
            <a:pPr indent="0" lvl="0" marL="0" rtl="0" algn="l">
              <a:spcBef>
                <a:spcPts val="0"/>
              </a:spcBef>
              <a:spcAft>
                <a:spcPts val="0"/>
              </a:spcAft>
              <a:buNone/>
            </a:pPr>
            <a:r>
              <a:t/>
            </a:r>
            <a:endParaRPr sz="1600"/>
          </a:p>
        </p:txBody>
      </p:sp>
      <p:sp>
        <p:nvSpPr>
          <p:cNvPr id="572" name="Google Shape;572;p71"/>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73" name="Google Shape;573;p71"/>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solidFill>
                  <a:srgbClr val="000000"/>
                </a:solidFill>
                <a:latin typeface="DM Sans Light"/>
                <a:ea typeface="DM Sans Light"/>
                <a:cs typeface="DM Sans Light"/>
                <a:sym typeface="DM Sans Light"/>
              </a:rPr>
              <a:t>Team Caterpillar</a:t>
            </a:r>
            <a:endParaRPr>
              <a:solidFill>
                <a:srgbClr val="000000"/>
              </a:solidFill>
              <a:latin typeface="DM Sans Light"/>
              <a:ea typeface="DM Sans Light"/>
              <a:cs typeface="DM Sans Light"/>
              <a:sym typeface="DM Sans Light"/>
            </a:endParaRPr>
          </a:p>
          <a:p>
            <a:pPr indent="0" lvl="0" marL="0" rtl="0" algn="l">
              <a:spcBef>
                <a:spcPts val="0"/>
              </a:spcBef>
              <a:spcAft>
                <a:spcPts val="0"/>
              </a:spcAft>
              <a:buNone/>
            </a:pPr>
            <a:r>
              <a:t/>
            </a:r>
            <a:endParaRPr/>
          </a:p>
        </p:txBody>
      </p:sp>
      <p:pic>
        <p:nvPicPr>
          <p:cNvPr descr="A glass ceiling" id="574" name="Google Shape;574;p71"/>
          <p:cNvPicPr preferRelativeResize="0"/>
          <p:nvPr/>
        </p:nvPicPr>
        <p:blipFill rotWithShape="1">
          <a:blip r:embed="rId3">
            <a:alphaModFix/>
          </a:blip>
          <a:srcRect b="10955" l="0" r="0" t="10955"/>
          <a:stretch/>
        </p:blipFill>
        <p:spPr>
          <a:xfrm>
            <a:off x="6289150" y="1793125"/>
            <a:ext cx="2853300" cy="3350400"/>
          </a:xfrm>
          <a:prstGeom prst="rect">
            <a:avLst/>
          </a:prstGeom>
          <a:noFill/>
          <a:ln>
            <a:noFill/>
          </a:ln>
        </p:spPr>
      </p:pic>
      <p:cxnSp>
        <p:nvCxnSpPr>
          <p:cNvPr id="575" name="Google Shape;575;p71"/>
          <p:cNvCxnSpPr/>
          <p:nvPr/>
        </p:nvCxnSpPr>
        <p:spPr>
          <a:xfrm>
            <a:off x="356100" y="4158099"/>
            <a:ext cx="5362800" cy="0"/>
          </a:xfrm>
          <a:prstGeom prst="straightConnector1">
            <a:avLst/>
          </a:prstGeom>
          <a:noFill/>
          <a:ln cap="flat" cmpd="sng" w="9525">
            <a:solidFill>
              <a:schemeClr val="accent6"/>
            </a:solidFill>
            <a:prstDash val="solid"/>
            <a:round/>
            <a:headEnd len="med" w="med" type="none"/>
            <a:tailEnd len="med" w="med"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72"/>
          <p:cNvSpPr txBox="1"/>
          <p:nvPr>
            <p:ph type="title"/>
          </p:nvPr>
        </p:nvSpPr>
        <p:spPr>
          <a:xfrm>
            <a:off x="719400" y="64500"/>
            <a:ext cx="7705200" cy="304800"/>
          </a:xfrm>
          <a:prstGeom prst="rect">
            <a:avLst/>
          </a:prstGeom>
        </p:spPr>
        <p:txBody>
          <a:bodyPr anchorCtr="0" anchor="t" bIns="0" lIns="0" spcFirstLastPara="1" rIns="0" wrap="square" tIns="0">
            <a:spAutoFit/>
          </a:bodyPr>
          <a:lstStyle/>
          <a:p>
            <a:pPr indent="0" lvl="0" marL="0" rtl="0" algn="ctr">
              <a:spcBef>
                <a:spcPts val="0"/>
              </a:spcBef>
              <a:spcAft>
                <a:spcPts val="0"/>
              </a:spcAft>
              <a:buNone/>
            </a:pPr>
            <a:r>
              <a:rPr lang="en"/>
              <a:t>How Does ARINC work Continued</a:t>
            </a:r>
            <a:endParaRPr/>
          </a:p>
        </p:txBody>
      </p:sp>
      <p:pic>
        <p:nvPicPr>
          <p:cNvPr id="581" name="Google Shape;581;p72"/>
          <p:cNvPicPr preferRelativeResize="0"/>
          <p:nvPr/>
        </p:nvPicPr>
        <p:blipFill>
          <a:blip r:embed="rId3">
            <a:alphaModFix/>
          </a:blip>
          <a:stretch>
            <a:fillRect/>
          </a:stretch>
        </p:blipFill>
        <p:spPr>
          <a:xfrm>
            <a:off x="1553250" y="642238"/>
            <a:ext cx="5943600" cy="847725"/>
          </a:xfrm>
          <a:prstGeom prst="rect">
            <a:avLst/>
          </a:prstGeom>
          <a:noFill/>
          <a:ln>
            <a:noFill/>
          </a:ln>
        </p:spPr>
      </p:pic>
      <p:pic>
        <p:nvPicPr>
          <p:cNvPr id="582" name="Google Shape;582;p72"/>
          <p:cNvPicPr preferRelativeResize="0"/>
          <p:nvPr/>
        </p:nvPicPr>
        <p:blipFill>
          <a:blip r:embed="rId4">
            <a:alphaModFix/>
          </a:blip>
          <a:stretch>
            <a:fillRect/>
          </a:stretch>
        </p:blipFill>
        <p:spPr>
          <a:xfrm>
            <a:off x="1553250" y="1489977"/>
            <a:ext cx="5943600" cy="879150"/>
          </a:xfrm>
          <a:prstGeom prst="rect">
            <a:avLst/>
          </a:prstGeom>
          <a:noFill/>
          <a:ln>
            <a:noFill/>
          </a:ln>
        </p:spPr>
      </p:pic>
      <p:sp>
        <p:nvSpPr>
          <p:cNvPr id="583" name="Google Shape;583;p72"/>
          <p:cNvSpPr txBox="1"/>
          <p:nvPr/>
        </p:nvSpPr>
        <p:spPr>
          <a:xfrm>
            <a:off x="670675" y="2340800"/>
            <a:ext cx="7705200" cy="29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DM Sans"/>
                <a:ea typeface="DM Sans"/>
                <a:cs typeface="DM Sans"/>
                <a:sym typeface="DM Sans"/>
              </a:rPr>
              <a:t>P (parity): P bit ensures there are an odd number of 1’s. If there are an even number of ones that means the word was </a:t>
            </a:r>
            <a:r>
              <a:rPr lang="en" sz="1600">
                <a:solidFill>
                  <a:schemeClr val="lt1"/>
                </a:solidFill>
                <a:latin typeface="DM Sans"/>
                <a:ea typeface="DM Sans"/>
                <a:cs typeface="DM Sans"/>
                <a:sym typeface="DM Sans"/>
              </a:rPr>
              <a:t>damaged</a:t>
            </a:r>
            <a:r>
              <a:rPr lang="en" sz="1600">
                <a:solidFill>
                  <a:schemeClr val="lt1"/>
                </a:solidFill>
                <a:latin typeface="DM Sans"/>
                <a:ea typeface="DM Sans"/>
                <a:cs typeface="DM Sans"/>
                <a:sym typeface="DM Sans"/>
              </a:rPr>
              <a:t> in transit.</a:t>
            </a:r>
            <a:endParaRPr sz="1600">
              <a:solidFill>
                <a:schemeClr val="lt1"/>
              </a:solidFill>
              <a:latin typeface="DM Sans"/>
              <a:ea typeface="DM Sans"/>
              <a:cs typeface="DM Sans"/>
              <a:sym typeface="DM Sans"/>
            </a:endParaRPr>
          </a:p>
          <a:p>
            <a:pPr indent="0" lvl="0" marL="0" rtl="0" algn="l">
              <a:spcBef>
                <a:spcPts val="0"/>
              </a:spcBef>
              <a:spcAft>
                <a:spcPts val="0"/>
              </a:spcAft>
              <a:buNone/>
            </a:pPr>
            <a:r>
              <a:t/>
            </a:r>
            <a:endParaRPr sz="1600">
              <a:solidFill>
                <a:schemeClr val="lt1"/>
              </a:solidFill>
              <a:latin typeface="DM Sans"/>
              <a:ea typeface="DM Sans"/>
              <a:cs typeface="DM Sans"/>
              <a:sym typeface="DM Sans"/>
            </a:endParaRPr>
          </a:p>
          <a:p>
            <a:pPr indent="0" lvl="0" marL="0" rtl="0" algn="l">
              <a:spcBef>
                <a:spcPts val="0"/>
              </a:spcBef>
              <a:spcAft>
                <a:spcPts val="0"/>
              </a:spcAft>
              <a:buNone/>
            </a:pPr>
            <a:r>
              <a:rPr lang="en" sz="1600">
                <a:solidFill>
                  <a:schemeClr val="lt1"/>
                </a:solidFill>
                <a:latin typeface="DM Sans"/>
                <a:ea typeface="DM Sans"/>
                <a:cs typeface="DM Sans"/>
                <a:sym typeface="DM Sans"/>
              </a:rPr>
              <a:t>SSM: Provides context for the data (cardinal direction, positive or </a:t>
            </a:r>
            <a:r>
              <a:rPr lang="en" sz="1600">
                <a:solidFill>
                  <a:schemeClr val="lt1"/>
                </a:solidFill>
                <a:latin typeface="DM Sans"/>
                <a:ea typeface="DM Sans"/>
                <a:cs typeface="DM Sans"/>
                <a:sym typeface="DM Sans"/>
              </a:rPr>
              <a:t>negative</a:t>
            </a:r>
            <a:r>
              <a:rPr lang="en" sz="1600">
                <a:solidFill>
                  <a:schemeClr val="lt1"/>
                </a:solidFill>
                <a:latin typeface="DM Sans"/>
                <a:ea typeface="DM Sans"/>
                <a:cs typeface="DM Sans"/>
                <a:sym typeface="DM Sans"/>
              </a:rPr>
              <a:t>, ect)</a:t>
            </a:r>
            <a:endParaRPr sz="1600">
              <a:solidFill>
                <a:schemeClr val="lt1"/>
              </a:solidFill>
              <a:latin typeface="DM Sans"/>
              <a:ea typeface="DM Sans"/>
              <a:cs typeface="DM Sans"/>
              <a:sym typeface="DM Sans"/>
            </a:endParaRPr>
          </a:p>
          <a:p>
            <a:pPr indent="0" lvl="0" marL="0" rtl="0" algn="l">
              <a:spcBef>
                <a:spcPts val="0"/>
              </a:spcBef>
              <a:spcAft>
                <a:spcPts val="0"/>
              </a:spcAft>
              <a:buNone/>
            </a:pPr>
            <a:r>
              <a:t/>
            </a:r>
            <a:endParaRPr sz="1600">
              <a:solidFill>
                <a:schemeClr val="lt1"/>
              </a:solidFill>
              <a:latin typeface="DM Sans"/>
              <a:ea typeface="DM Sans"/>
              <a:cs typeface="DM Sans"/>
              <a:sym typeface="DM Sans"/>
            </a:endParaRPr>
          </a:p>
          <a:p>
            <a:pPr indent="0" lvl="0" marL="0" rtl="0" algn="l">
              <a:spcBef>
                <a:spcPts val="0"/>
              </a:spcBef>
              <a:spcAft>
                <a:spcPts val="0"/>
              </a:spcAft>
              <a:buNone/>
            </a:pPr>
            <a:r>
              <a:rPr lang="en" sz="1600">
                <a:solidFill>
                  <a:schemeClr val="lt1"/>
                </a:solidFill>
                <a:latin typeface="DM Sans"/>
                <a:ea typeface="DM Sans"/>
                <a:cs typeface="DM Sans"/>
                <a:sym typeface="DM Sans"/>
              </a:rPr>
              <a:t>Data: The data that the </a:t>
            </a:r>
            <a:r>
              <a:rPr lang="en" sz="1600">
                <a:solidFill>
                  <a:schemeClr val="lt1"/>
                </a:solidFill>
                <a:latin typeface="DM Sans"/>
                <a:ea typeface="DM Sans"/>
                <a:cs typeface="DM Sans"/>
                <a:sym typeface="DM Sans"/>
              </a:rPr>
              <a:t>receiving</a:t>
            </a:r>
            <a:r>
              <a:rPr lang="en" sz="1600">
                <a:solidFill>
                  <a:schemeClr val="lt1"/>
                </a:solidFill>
                <a:latin typeface="DM Sans"/>
                <a:ea typeface="DM Sans"/>
                <a:cs typeface="DM Sans"/>
                <a:sym typeface="DM Sans"/>
              </a:rPr>
              <a:t> LRU interprets</a:t>
            </a:r>
            <a:endParaRPr sz="1600">
              <a:solidFill>
                <a:schemeClr val="lt1"/>
              </a:solidFill>
              <a:latin typeface="DM Sans"/>
              <a:ea typeface="DM Sans"/>
              <a:cs typeface="DM Sans"/>
              <a:sym typeface="DM Sans"/>
            </a:endParaRPr>
          </a:p>
          <a:p>
            <a:pPr indent="0" lvl="0" marL="0" rtl="0" algn="l">
              <a:spcBef>
                <a:spcPts val="0"/>
              </a:spcBef>
              <a:spcAft>
                <a:spcPts val="0"/>
              </a:spcAft>
              <a:buNone/>
            </a:pPr>
            <a:r>
              <a:t/>
            </a:r>
            <a:endParaRPr sz="1600">
              <a:solidFill>
                <a:schemeClr val="lt1"/>
              </a:solidFill>
              <a:latin typeface="DM Sans"/>
              <a:ea typeface="DM Sans"/>
              <a:cs typeface="DM Sans"/>
              <a:sym typeface="DM Sans"/>
            </a:endParaRPr>
          </a:p>
          <a:p>
            <a:pPr indent="0" lvl="0" marL="0" rtl="0" algn="l">
              <a:spcBef>
                <a:spcPts val="0"/>
              </a:spcBef>
              <a:spcAft>
                <a:spcPts val="0"/>
              </a:spcAft>
              <a:buNone/>
            </a:pPr>
            <a:r>
              <a:rPr lang="en" sz="1600">
                <a:solidFill>
                  <a:schemeClr val="lt1"/>
                </a:solidFill>
                <a:latin typeface="DM Sans"/>
                <a:ea typeface="DM Sans"/>
                <a:cs typeface="DM Sans"/>
                <a:sym typeface="DM Sans"/>
              </a:rPr>
              <a:t>SDI: Informs the LRU of all receivers</a:t>
            </a:r>
            <a:endParaRPr sz="1600">
              <a:solidFill>
                <a:schemeClr val="lt1"/>
              </a:solidFill>
              <a:latin typeface="DM Sans"/>
              <a:ea typeface="DM Sans"/>
              <a:cs typeface="DM Sans"/>
              <a:sym typeface="DM Sans"/>
            </a:endParaRPr>
          </a:p>
          <a:p>
            <a:pPr indent="0" lvl="0" marL="0" rtl="0" algn="l">
              <a:spcBef>
                <a:spcPts val="0"/>
              </a:spcBef>
              <a:spcAft>
                <a:spcPts val="0"/>
              </a:spcAft>
              <a:buNone/>
            </a:pPr>
            <a:r>
              <a:t/>
            </a:r>
            <a:endParaRPr sz="1600">
              <a:solidFill>
                <a:schemeClr val="lt1"/>
              </a:solidFill>
              <a:latin typeface="DM Sans"/>
              <a:ea typeface="DM Sans"/>
              <a:cs typeface="DM Sans"/>
              <a:sym typeface="DM Sans"/>
            </a:endParaRPr>
          </a:p>
          <a:p>
            <a:pPr indent="0" lvl="0" marL="0" rtl="0" algn="l">
              <a:spcBef>
                <a:spcPts val="0"/>
              </a:spcBef>
              <a:spcAft>
                <a:spcPts val="0"/>
              </a:spcAft>
              <a:buNone/>
            </a:pPr>
            <a:r>
              <a:rPr lang="en" sz="1600">
                <a:solidFill>
                  <a:schemeClr val="lt1"/>
                </a:solidFill>
                <a:latin typeface="DM Sans"/>
                <a:ea typeface="DM Sans"/>
                <a:cs typeface="DM Sans"/>
                <a:sym typeface="DM Sans"/>
              </a:rPr>
              <a:t>Label: Informs LRU on what type of data (velocity, radar, intercom, ect)</a:t>
            </a:r>
            <a:endParaRPr sz="1600">
              <a:solidFill>
                <a:schemeClr val="lt1"/>
              </a:solidFill>
              <a:latin typeface="DM Sans"/>
              <a:ea typeface="DM Sans"/>
              <a:cs typeface="DM Sans"/>
              <a:sym typeface="DM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73"/>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89" name="Google Shape;589;p7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solidFill>
                  <a:srgbClr val="000000"/>
                </a:solidFill>
                <a:latin typeface="DM Sans Light"/>
                <a:ea typeface="DM Sans Light"/>
                <a:cs typeface="DM Sans Light"/>
                <a:sym typeface="DM Sans Light"/>
              </a:rPr>
              <a:t>Team Caterpillar</a:t>
            </a:r>
            <a:endParaRPr>
              <a:solidFill>
                <a:srgbClr val="000000"/>
              </a:solidFill>
              <a:latin typeface="DM Sans Light"/>
              <a:ea typeface="DM Sans Light"/>
              <a:cs typeface="DM Sans Light"/>
              <a:sym typeface="DM Sans Light"/>
            </a:endParaRPr>
          </a:p>
          <a:p>
            <a:pPr indent="0" lvl="0" marL="0" rtl="0" algn="l">
              <a:spcBef>
                <a:spcPts val="0"/>
              </a:spcBef>
              <a:spcAft>
                <a:spcPts val="0"/>
              </a:spcAft>
              <a:buNone/>
            </a:pPr>
            <a:r>
              <a:t/>
            </a:r>
            <a:endParaRPr>
              <a:solidFill>
                <a:schemeClr val="dk1"/>
              </a:solidFill>
              <a:latin typeface="DM Sans Light"/>
              <a:ea typeface="DM Sans Light"/>
              <a:cs typeface="DM Sans Light"/>
              <a:sym typeface="DM Sans Light"/>
            </a:endParaRPr>
          </a:p>
          <a:p>
            <a:pPr indent="0" lvl="0" marL="0" rtl="0" algn="l">
              <a:spcBef>
                <a:spcPts val="0"/>
              </a:spcBef>
              <a:spcAft>
                <a:spcPts val="0"/>
              </a:spcAft>
              <a:buNone/>
            </a:pPr>
            <a:r>
              <a:t/>
            </a:r>
            <a:endParaRPr>
              <a:solidFill>
                <a:srgbClr val="000000"/>
              </a:solidFill>
            </a:endParaRPr>
          </a:p>
        </p:txBody>
      </p:sp>
      <p:sp>
        <p:nvSpPr>
          <p:cNvPr id="590" name="Google Shape;590;p73"/>
          <p:cNvSpPr txBox="1"/>
          <p:nvPr>
            <p:ph idx="2" type="body"/>
          </p:nvPr>
        </p:nvSpPr>
        <p:spPr>
          <a:xfrm>
            <a:off x="1698000" y="3742650"/>
            <a:ext cx="2730600" cy="1053600"/>
          </a:xfrm>
          <a:prstGeom prst="rect">
            <a:avLst/>
          </a:prstGeom>
        </p:spPr>
        <p:txBody>
          <a:bodyPr anchorCtr="0" anchor="b" bIns="0" lIns="0" spcFirstLastPara="1" rIns="0" wrap="square" tIns="0">
            <a:noAutofit/>
          </a:bodyPr>
          <a:lstStyle/>
          <a:p>
            <a:pPr indent="0" lvl="0" marL="0" rtl="0" algn="l">
              <a:lnSpc>
                <a:spcPct val="100000"/>
              </a:lnSpc>
              <a:spcBef>
                <a:spcPts val="1200"/>
              </a:spcBef>
              <a:spcAft>
                <a:spcPts val="0"/>
              </a:spcAft>
              <a:buNone/>
            </a:pPr>
            <a:r>
              <a:rPr lang="en" sz="900"/>
              <a:t>Normal Operations:   </a:t>
            </a:r>
            <a:endParaRPr sz="900"/>
          </a:p>
          <a:p>
            <a:pPr indent="-285750" lvl="0" marL="457200" rtl="0" algn="l">
              <a:lnSpc>
                <a:spcPct val="100000"/>
              </a:lnSpc>
              <a:spcBef>
                <a:spcPts val="1200"/>
              </a:spcBef>
              <a:spcAft>
                <a:spcPts val="0"/>
              </a:spcAft>
              <a:buSzPts val="900"/>
              <a:buChar char="●"/>
            </a:pPr>
            <a:r>
              <a:rPr lang="en" sz="900"/>
              <a:t>Transmit flight data</a:t>
            </a:r>
            <a:endParaRPr sz="900"/>
          </a:p>
          <a:p>
            <a:pPr indent="-285750" lvl="0" marL="457200" rtl="0" algn="l">
              <a:lnSpc>
                <a:spcPct val="100000"/>
              </a:lnSpc>
              <a:spcBef>
                <a:spcPts val="0"/>
              </a:spcBef>
              <a:spcAft>
                <a:spcPts val="0"/>
              </a:spcAft>
              <a:buSzPts val="900"/>
              <a:buChar char="●"/>
            </a:pPr>
            <a:r>
              <a:rPr lang="en" sz="900"/>
              <a:t>Display data to the Pilot</a:t>
            </a:r>
            <a:endParaRPr sz="900"/>
          </a:p>
          <a:p>
            <a:pPr indent="-285750" lvl="0" marL="457200" rtl="0" algn="l">
              <a:lnSpc>
                <a:spcPct val="100000"/>
              </a:lnSpc>
              <a:spcBef>
                <a:spcPts val="0"/>
              </a:spcBef>
              <a:spcAft>
                <a:spcPts val="0"/>
              </a:spcAft>
              <a:buSzPts val="900"/>
              <a:buChar char="●"/>
            </a:pPr>
            <a:r>
              <a:rPr lang="en" sz="900"/>
              <a:t>Identified Attack: spoof, Flood Bus…</a:t>
            </a:r>
            <a:endParaRPr sz="900"/>
          </a:p>
          <a:p>
            <a:pPr indent="0" lvl="0" marL="0" rtl="0" algn="ctr">
              <a:lnSpc>
                <a:spcPct val="100000"/>
              </a:lnSpc>
              <a:spcBef>
                <a:spcPts val="1200"/>
              </a:spcBef>
              <a:spcAft>
                <a:spcPts val="0"/>
              </a:spcAft>
              <a:buNone/>
            </a:pPr>
            <a:r>
              <a:t/>
            </a:r>
            <a:endParaRPr sz="900"/>
          </a:p>
        </p:txBody>
      </p:sp>
      <p:sp>
        <p:nvSpPr>
          <p:cNvPr id="591" name="Google Shape;591;p73"/>
          <p:cNvSpPr txBox="1"/>
          <p:nvPr>
            <p:ph type="title"/>
          </p:nvPr>
        </p:nvSpPr>
        <p:spPr>
          <a:xfrm>
            <a:off x="719400" y="627475"/>
            <a:ext cx="7705200" cy="338700"/>
          </a:xfrm>
          <a:prstGeom prst="rect">
            <a:avLst/>
          </a:prstGeom>
        </p:spPr>
        <p:txBody>
          <a:bodyPr anchorCtr="0" anchor="t" bIns="0" lIns="0" spcFirstLastPara="1" rIns="0" wrap="square" tIns="0">
            <a:spAutoFit/>
          </a:bodyPr>
          <a:lstStyle/>
          <a:p>
            <a:pPr indent="0" lvl="0" marL="0" rtl="0" algn="ctr">
              <a:lnSpc>
                <a:spcPct val="100000"/>
              </a:lnSpc>
              <a:spcBef>
                <a:spcPts val="0"/>
              </a:spcBef>
              <a:spcAft>
                <a:spcPts val="0"/>
              </a:spcAft>
              <a:buNone/>
            </a:pPr>
            <a:r>
              <a:rPr lang="en"/>
              <a:t>SYSML model (Use case)</a:t>
            </a:r>
            <a:endParaRPr/>
          </a:p>
        </p:txBody>
      </p:sp>
      <p:pic>
        <p:nvPicPr>
          <p:cNvPr id="592" name="Google Shape;592;p73" title="Screenshot 2025-10-12 123542.png"/>
          <p:cNvPicPr preferRelativeResize="0"/>
          <p:nvPr/>
        </p:nvPicPr>
        <p:blipFill>
          <a:blip r:embed="rId3">
            <a:alphaModFix/>
          </a:blip>
          <a:stretch>
            <a:fillRect/>
          </a:stretch>
        </p:blipFill>
        <p:spPr>
          <a:xfrm>
            <a:off x="175300" y="1138325"/>
            <a:ext cx="4496799" cy="2239824"/>
          </a:xfrm>
          <a:prstGeom prst="rect">
            <a:avLst/>
          </a:prstGeom>
          <a:noFill/>
          <a:ln>
            <a:noFill/>
          </a:ln>
        </p:spPr>
      </p:pic>
      <p:pic>
        <p:nvPicPr>
          <p:cNvPr id="593" name="Google Shape;593;p73" title="Screenshot 2025-10-12 123531.png"/>
          <p:cNvPicPr preferRelativeResize="0"/>
          <p:nvPr/>
        </p:nvPicPr>
        <p:blipFill>
          <a:blip r:embed="rId4">
            <a:alphaModFix/>
          </a:blip>
          <a:stretch>
            <a:fillRect/>
          </a:stretch>
        </p:blipFill>
        <p:spPr>
          <a:xfrm>
            <a:off x="4915873" y="1141925"/>
            <a:ext cx="4084927" cy="2239825"/>
          </a:xfrm>
          <a:prstGeom prst="rect">
            <a:avLst/>
          </a:prstGeom>
          <a:noFill/>
          <a:ln>
            <a:noFill/>
          </a:ln>
        </p:spPr>
      </p:pic>
      <p:sp>
        <p:nvSpPr>
          <p:cNvPr id="594" name="Google Shape;594;p73"/>
          <p:cNvSpPr txBox="1"/>
          <p:nvPr>
            <p:ph idx="2" type="body"/>
          </p:nvPr>
        </p:nvSpPr>
        <p:spPr>
          <a:xfrm>
            <a:off x="4472125" y="3742650"/>
            <a:ext cx="2945400" cy="1095900"/>
          </a:xfrm>
          <a:prstGeom prst="rect">
            <a:avLst/>
          </a:prstGeom>
        </p:spPr>
        <p:txBody>
          <a:bodyPr anchorCtr="0" anchor="b" bIns="0" lIns="0" spcFirstLastPara="1" rIns="0" wrap="square" tIns="0">
            <a:noAutofit/>
          </a:bodyPr>
          <a:lstStyle/>
          <a:p>
            <a:pPr indent="0" lvl="0" marL="0" rtl="0" algn="l">
              <a:lnSpc>
                <a:spcPct val="100000"/>
              </a:lnSpc>
              <a:spcBef>
                <a:spcPts val="1200"/>
              </a:spcBef>
              <a:spcAft>
                <a:spcPts val="0"/>
              </a:spcAft>
              <a:buNone/>
            </a:pPr>
            <a:r>
              <a:t/>
            </a:r>
            <a:endParaRPr sz="900">
              <a:solidFill>
                <a:srgbClr val="000000"/>
              </a:solidFill>
            </a:endParaRPr>
          </a:p>
          <a:p>
            <a:pPr indent="0" lvl="0" marL="0" rtl="0" algn="l">
              <a:lnSpc>
                <a:spcPct val="100000"/>
              </a:lnSpc>
              <a:spcBef>
                <a:spcPts val="1200"/>
              </a:spcBef>
              <a:spcAft>
                <a:spcPts val="0"/>
              </a:spcAft>
              <a:buNone/>
            </a:pPr>
            <a:r>
              <a:rPr lang="en" sz="900"/>
              <a:t>Security Gateway Mitigations:</a:t>
            </a:r>
            <a:endParaRPr sz="900"/>
          </a:p>
          <a:p>
            <a:pPr indent="-285750" lvl="0" marL="457200" rtl="0" algn="l">
              <a:lnSpc>
                <a:spcPct val="100000"/>
              </a:lnSpc>
              <a:spcBef>
                <a:spcPts val="1200"/>
              </a:spcBef>
              <a:spcAft>
                <a:spcPts val="0"/>
              </a:spcAft>
              <a:buSzPts val="900"/>
              <a:buChar char="●"/>
            </a:pPr>
            <a:r>
              <a:rPr lang="en" sz="900"/>
              <a:t>Authenticate to verify sender identity.</a:t>
            </a:r>
            <a:endParaRPr sz="900"/>
          </a:p>
          <a:p>
            <a:pPr indent="-285750" lvl="0" marL="457200" rtl="0" algn="l">
              <a:lnSpc>
                <a:spcPct val="100000"/>
              </a:lnSpc>
              <a:spcBef>
                <a:spcPts val="0"/>
              </a:spcBef>
              <a:spcAft>
                <a:spcPts val="0"/>
              </a:spcAft>
              <a:buSzPts val="900"/>
              <a:buChar char="●"/>
            </a:pPr>
            <a:r>
              <a:rPr lang="en" sz="900"/>
              <a:t>Verify data integrity to check for tampering.</a:t>
            </a:r>
            <a:endParaRPr sz="900"/>
          </a:p>
          <a:p>
            <a:pPr indent="-285750" lvl="0" marL="457200" rtl="0" algn="l">
              <a:lnSpc>
                <a:spcPct val="100000"/>
              </a:lnSpc>
              <a:spcBef>
                <a:spcPts val="0"/>
              </a:spcBef>
              <a:spcAft>
                <a:spcPts val="0"/>
              </a:spcAft>
              <a:buSzPts val="900"/>
              <a:buChar char="●"/>
            </a:pPr>
            <a:r>
              <a:rPr lang="en" sz="900"/>
              <a:t>Filter Malicious Traffic to stop bus flooding.</a:t>
            </a:r>
            <a:endParaRPr sz="900"/>
          </a:p>
          <a:p>
            <a:pPr indent="-285750" lvl="0" marL="457200" rtl="0" algn="l">
              <a:lnSpc>
                <a:spcPct val="100000"/>
              </a:lnSpc>
              <a:spcBef>
                <a:spcPts val="0"/>
              </a:spcBef>
              <a:spcAft>
                <a:spcPts val="0"/>
              </a:spcAft>
              <a:buSzPts val="900"/>
              <a:buChar char="●"/>
            </a:pPr>
            <a:r>
              <a:rPr lang="en" sz="900"/>
              <a:t>Enforce Data confidentiality.</a:t>
            </a:r>
            <a:endParaRPr sz="900"/>
          </a:p>
          <a:p>
            <a:pPr indent="0" lvl="0" marL="0" rtl="0" algn="ctr">
              <a:lnSpc>
                <a:spcPct val="100000"/>
              </a:lnSpc>
              <a:spcBef>
                <a:spcPts val="1200"/>
              </a:spcBef>
              <a:spcAft>
                <a:spcPts val="0"/>
              </a:spcAft>
              <a:buNone/>
            </a:pPr>
            <a:r>
              <a:t/>
            </a:r>
            <a:endParaRPr sz="9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74"/>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00" name="Google Shape;600;p7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latin typeface="DM Sans Light"/>
                <a:ea typeface="DM Sans Light"/>
                <a:cs typeface="DM Sans Light"/>
                <a:sym typeface="DM Sans Light"/>
              </a:rPr>
              <a:t>Team Caterpillar</a:t>
            </a:r>
            <a:endParaRPr>
              <a:latin typeface="DM Sans Light"/>
              <a:ea typeface="DM Sans Light"/>
              <a:cs typeface="DM Sans Light"/>
              <a:sym typeface="DM Sans Light"/>
            </a:endParaRPr>
          </a:p>
          <a:p>
            <a:pPr indent="0" lvl="0" marL="0" rtl="0" algn="l">
              <a:spcBef>
                <a:spcPts val="0"/>
              </a:spcBef>
              <a:spcAft>
                <a:spcPts val="0"/>
              </a:spcAft>
              <a:buNone/>
            </a:pPr>
            <a:r>
              <a:t/>
            </a:r>
            <a:endParaRPr/>
          </a:p>
        </p:txBody>
      </p:sp>
      <p:sp>
        <p:nvSpPr>
          <p:cNvPr id="601" name="Google Shape;601;p74"/>
          <p:cNvSpPr txBox="1"/>
          <p:nvPr>
            <p:ph type="title"/>
          </p:nvPr>
        </p:nvSpPr>
        <p:spPr>
          <a:xfrm>
            <a:off x="1453650" y="48319"/>
            <a:ext cx="6236700" cy="9804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Threat Modeling</a:t>
            </a:r>
            <a:endParaRPr/>
          </a:p>
        </p:txBody>
      </p:sp>
      <p:graphicFrame>
        <p:nvGraphicFramePr>
          <p:cNvPr id="602" name="Google Shape;602;p74"/>
          <p:cNvGraphicFramePr/>
          <p:nvPr/>
        </p:nvGraphicFramePr>
        <p:xfrm>
          <a:off x="227050" y="451725"/>
          <a:ext cx="3000000" cy="3000000"/>
        </p:xfrm>
        <a:graphic>
          <a:graphicData uri="http://schemas.openxmlformats.org/drawingml/2006/table">
            <a:tbl>
              <a:tblPr>
                <a:noFill/>
                <a:tableStyleId>{628E2A97-2A00-42B5-BC81-F925BDE94F04}</a:tableStyleId>
              </a:tblPr>
              <a:tblGrid>
                <a:gridCol w="2070500"/>
                <a:gridCol w="2070500"/>
                <a:gridCol w="2070500"/>
                <a:gridCol w="2070500"/>
              </a:tblGrid>
              <a:tr h="57622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a:solidFill>
                            <a:schemeClr val="dk1"/>
                          </a:solidFill>
                        </a:rPr>
                        <a:t>Denial of Service</a:t>
                      </a:r>
                      <a:endParaRPr>
                        <a:solidFill>
                          <a:schemeClr val="dk1"/>
                        </a:solidFill>
                      </a:endParaRPr>
                    </a:p>
                    <a:p>
                      <a:pPr indent="0" lvl="0" marL="0" rtl="0" algn="l">
                        <a:spcBef>
                          <a:spcPts val="0"/>
                        </a:spcBef>
                        <a:spcAft>
                          <a:spcPts val="0"/>
                        </a:spcAft>
                        <a:buNone/>
                      </a:pPr>
                      <a:r>
                        <a:rPr lang="en">
                          <a:solidFill>
                            <a:schemeClr val="dk1"/>
                          </a:solidFill>
                        </a:rPr>
                        <a:t>(DoS)</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Altered Frames (Tampering)</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Replay (Spoofing)</a:t>
                      </a:r>
                      <a:endParaRPr>
                        <a:solidFill>
                          <a:schemeClr val="dk1"/>
                        </a:solidFill>
                      </a:endParaRPr>
                    </a:p>
                  </a:txBody>
                  <a:tcPr marT="91425" marB="91425" marR="91425" marL="91425"/>
                </a:tc>
              </a:tr>
              <a:tr h="518600">
                <a:tc>
                  <a:txBody>
                    <a:bodyPr/>
                    <a:lstStyle/>
                    <a:p>
                      <a:pPr indent="0" lvl="0" marL="0" rtl="0" algn="l">
                        <a:spcBef>
                          <a:spcPts val="0"/>
                        </a:spcBef>
                        <a:spcAft>
                          <a:spcPts val="0"/>
                        </a:spcAft>
                        <a:buNone/>
                      </a:pPr>
                      <a:r>
                        <a:rPr lang="en">
                          <a:solidFill>
                            <a:schemeClr val="dk1"/>
                          </a:solidFill>
                        </a:rPr>
                        <a:t>Damage</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sz="1000">
                          <a:solidFill>
                            <a:schemeClr val="dk1"/>
                          </a:solidFill>
                        </a:rPr>
                        <a:t>(3) Could cause systems to revert to reversion mode</a:t>
                      </a:r>
                      <a:endParaRPr sz="1000">
                        <a:solidFill>
                          <a:schemeClr val="dk1"/>
                        </a:solidFill>
                      </a:endParaRPr>
                    </a:p>
                  </a:txBody>
                  <a:tcPr marT="91425" marB="91425" marR="91425" marL="91425"/>
                </a:tc>
                <a:tc>
                  <a:txBody>
                    <a:bodyPr/>
                    <a:lstStyle/>
                    <a:p>
                      <a:pPr indent="0" lvl="0" marL="0" rtl="0" algn="l">
                        <a:spcBef>
                          <a:spcPts val="0"/>
                        </a:spcBef>
                        <a:spcAft>
                          <a:spcPts val="0"/>
                        </a:spcAft>
                        <a:buNone/>
                      </a:pPr>
                      <a:r>
                        <a:rPr lang="en" sz="1000">
                          <a:solidFill>
                            <a:schemeClr val="dk1"/>
                          </a:solidFill>
                        </a:rPr>
                        <a:t>(3) Can</a:t>
                      </a:r>
                      <a:r>
                        <a:rPr lang="en" sz="1000">
                          <a:solidFill>
                            <a:schemeClr val="dk1"/>
                          </a:solidFill>
                        </a:rPr>
                        <a:t> affect all receiving nodes on the same bus</a:t>
                      </a:r>
                      <a:endParaRPr sz="1000">
                        <a:solidFill>
                          <a:schemeClr val="dk1"/>
                        </a:solidFill>
                      </a:endParaRPr>
                    </a:p>
                  </a:txBody>
                  <a:tcPr marT="91425" marB="91425" marR="91425" marL="91425"/>
                </a:tc>
                <a:tc>
                  <a:txBody>
                    <a:bodyPr/>
                    <a:lstStyle/>
                    <a:p>
                      <a:pPr indent="0" lvl="0" marL="0" rtl="0" algn="l">
                        <a:spcBef>
                          <a:spcPts val="0"/>
                        </a:spcBef>
                        <a:spcAft>
                          <a:spcPts val="0"/>
                        </a:spcAft>
                        <a:buNone/>
                      </a:pPr>
                      <a:r>
                        <a:rPr lang="en" sz="1000">
                          <a:solidFill>
                            <a:schemeClr val="dk1"/>
                          </a:solidFill>
                        </a:rPr>
                        <a:t>(3) Can affect all receiving nodes on the same bus</a:t>
                      </a:r>
                      <a:endParaRPr sz="1000">
                        <a:solidFill>
                          <a:schemeClr val="dk1"/>
                        </a:solidFill>
                      </a:endParaRPr>
                    </a:p>
                  </a:txBody>
                  <a:tcPr marT="91425" marB="91425" marR="91425" marL="91425"/>
                </a:tc>
              </a:tr>
              <a:tr h="806725">
                <a:tc>
                  <a:txBody>
                    <a:bodyPr/>
                    <a:lstStyle/>
                    <a:p>
                      <a:pPr indent="0" lvl="0" marL="0" rtl="0" algn="l">
                        <a:spcBef>
                          <a:spcPts val="0"/>
                        </a:spcBef>
                        <a:spcAft>
                          <a:spcPts val="0"/>
                        </a:spcAft>
                        <a:buNone/>
                      </a:pPr>
                      <a:r>
                        <a:rPr lang="en">
                          <a:solidFill>
                            <a:schemeClr val="dk1"/>
                          </a:solidFill>
                        </a:rPr>
                        <a:t>Reproducibility</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sz="1000">
                          <a:solidFill>
                            <a:schemeClr val="dk1"/>
                          </a:solidFill>
                        </a:rPr>
                        <a:t>(2) The attacker needs access to the plane in order to carry on with the DoS attack but once they have it the it is easily repeatable</a:t>
                      </a:r>
                      <a:endParaRPr sz="1000">
                        <a:solidFill>
                          <a:schemeClr val="dk1"/>
                        </a:solidFill>
                      </a:endParaRPr>
                    </a:p>
                  </a:txBody>
                  <a:tcPr marT="91425" marB="91425" marR="91425" marL="91425"/>
                </a:tc>
                <a:tc>
                  <a:txBody>
                    <a:bodyPr/>
                    <a:lstStyle/>
                    <a:p>
                      <a:pPr indent="0" lvl="0" marL="0" rtl="0" algn="l">
                        <a:spcBef>
                          <a:spcPts val="0"/>
                        </a:spcBef>
                        <a:spcAft>
                          <a:spcPts val="0"/>
                        </a:spcAft>
                        <a:buNone/>
                      </a:pPr>
                      <a:r>
                        <a:rPr lang="en" sz="1000">
                          <a:solidFill>
                            <a:schemeClr val="dk1"/>
                          </a:solidFill>
                        </a:rPr>
                        <a:t>(1) </a:t>
                      </a:r>
                      <a:r>
                        <a:rPr lang="en" sz="1000">
                          <a:solidFill>
                            <a:schemeClr val="dk1"/>
                          </a:solidFill>
                        </a:rPr>
                        <a:t>Frame </a:t>
                      </a:r>
                      <a:r>
                        <a:rPr lang="en" sz="1000">
                          <a:solidFill>
                            <a:schemeClr val="dk1"/>
                          </a:solidFill>
                        </a:rPr>
                        <a:t>specifications</a:t>
                      </a:r>
                      <a:r>
                        <a:rPr lang="en" sz="1000">
                          <a:solidFill>
                            <a:schemeClr val="dk1"/>
                          </a:solidFill>
                        </a:rPr>
                        <a:t> </a:t>
                      </a:r>
                      <a:r>
                        <a:rPr lang="en" sz="1000">
                          <a:solidFill>
                            <a:schemeClr val="dk1"/>
                          </a:solidFill>
                        </a:rPr>
                        <a:t>varies</a:t>
                      </a:r>
                      <a:r>
                        <a:rPr lang="en" sz="1000">
                          <a:solidFill>
                            <a:schemeClr val="dk1"/>
                          </a:solidFill>
                        </a:rPr>
                        <a:t> by </a:t>
                      </a:r>
                      <a:r>
                        <a:rPr lang="en" sz="1000">
                          <a:solidFill>
                            <a:schemeClr val="dk1"/>
                          </a:solidFill>
                        </a:rPr>
                        <a:t>manufacturer</a:t>
                      </a:r>
                      <a:endParaRPr sz="1000">
                        <a:solidFill>
                          <a:schemeClr val="dk1"/>
                        </a:solidFill>
                      </a:endParaRPr>
                    </a:p>
                  </a:txBody>
                  <a:tcPr marT="91425" marB="91425" marR="91425" marL="91425"/>
                </a:tc>
                <a:tc>
                  <a:txBody>
                    <a:bodyPr/>
                    <a:lstStyle/>
                    <a:p>
                      <a:pPr indent="0" lvl="0" marL="0" rtl="0" algn="l">
                        <a:spcBef>
                          <a:spcPts val="0"/>
                        </a:spcBef>
                        <a:spcAft>
                          <a:spcPts val="0"/>
                        </a:spcAft>
                        <a:buNone/>
                      </a:pPr>
                      <a:r>
                        <a:rPr lang="en" sz="1000">
                          <a:solidFill>
                            <a:schemeClr val="dk1"/>
                          </a:solidFill>
                        </a:rPr>
                        <a:t>(3)  </a:t>
                      </a:r>
                      <a:r>
                        <a:rPr lang="en" sz="1000">
                          <a:solidFill>
                            <a:schemeClr val="dk1"/>
                          </a:solidFill>
                        </a:rPr>
                        <a:t>does not </a:t>
                      </a:r>
                      <a:r>
                        <a:rPr lang="en" sz="1000">
                          <a:solidFill>
                            <a:schemeClr val="dk1"/>
                          </a:solidFill>
                        </a:rPr>
                        <a:t> require </a:t>
                      </a:r>
                      <a:r>
                        <a:rPr lang="en" sz="1000">
                          <a:solidFill>
                            <a:schemeClr val="dk1"/>
                          </a:solidFill>
                        </a:rPr>
                        <a:t>knowledge</a:t>
                      </a:r>
                      <a:r>
                        <a:rPr lang="en" sz="1000">
                          <a:solidFill>
                            <a:schemeClr val="dk1"/>
                          </a:solidFill>
                        </a:rPr>
                        <a:t> of </a:t>
                      </a:r>
                      <a:r>
                        <a:rPr lang="en" sz="1000">
                          <a:solidFill>
                            <a:schemeClr val="dk1"/>
                          </a:solidFill>
                        </a:rPr>
                        <a:t>data</a:t>
                      </a:r>
                      <a:r>
                        <a:rPr lang="en" sz="1000">
                          <a:solidFill>
                            <a:schemeClr val="dk1"/>
                          </a:solidFill>
                        </a:rPr>
                        <a:t> </a:t>
                      </a:r>
                      <a:r>
                        <a:rPr lang="en" sz="1000">
                          <a:solidFill>
                            <a:schemeClr val="dk1"/>
                          </a:solidFill>
                        </a:rPr>
                        <a:t>specifications</a:t>
                      </a:r>
                      <a:r>
                        <a:rPr lang="en" sz="1000">
                          <a:solidFill>
                            <a:schemeClr val="dk1"/>
                          </a:solidFill>
                        </a:rPr>
                        <a:t>, attack stays the same if the same LRU is </a:t>
                      </a:r>
                      <a:r>
                        <a:rPr lang="en" sz="1000">
                          <a:solidFill>
                            <a:schemeClr val="dk1"/>
                          </a:solidFill>
                        </a:rPr>
                        <a:t>compromised</a:t>
                      </a:r>
                      <a:r>
                        <a:rPr lang="en" sz="1000">
                          <a:solidFill>
                            <a:schemeClr val="dk1"/>
                          </a:solidFill>
                        </a:rPr>
                        <a:t> each time</a:t>
                      </a:r>
                      <a:endParaRPr sz="1000">
                        <a:solidFill>
                          <a:schemeClr val="dk1"/>
                        </a:solidFill>
                      </a:endParaRPr>
                    </a:p>
                  </a:txBody>
                  <a:tcPr marT="91425" marB="91425" marR="91425" marL="91425"/>
                </a:tc>
              </a:tr>
              <a:tr h="777925">
                <a:tc>
                  <a:txBody>
                    <a:bodyPr/>
                    <a:lstStyle/>
                    <a:p>
                      <a:pPr indent="0" lvl="0" marL="0" rtl="0" algn="l">
                        <a:spcBef>
                          <a:spcPts val="0"/>
                        </a:spcBef>
                        <a:spcAft>
                          <a:spcPts val="0"/>
                        </a:spcAft>
                        <a:buNone/>
                      </a:pPr>
                      <a:r>
                        <a:rPr lang="en">
                          <a:solidFill>
                            <a:schemeClr val="dk1"/>
                          </a:solidFill>
                        </a:rPr>
                        <a:t>Exploitability</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sz="1000">
                          <a:solidFill>
                            <a:schemeClr val="dk1"/>
                          </a:solidFill>
                        </a:rPr>
                        <a:t>(2) Needs physical access or </a:t>
                      </a:r>
                      <a:r>
                        <a:rPr lang="en" sz="1000">
                          <a:solidFill>
                            <a:schemeClr val="dk1"/>
                          </a:solidFill>
                        </a:rPr>
                        <a:t>privileged</a:t>
                      </a:r>
                      <a:r>
                        <a:rPr lang="en" sz="1000">
                          <a:solidFill>
                            <a:schemeClr val="dk1"/>
                          </a:solidFill>
                        </a:rPr>
                        <a:t> access to the </a:t>
                      </a:r>
                      <a:r>
                        <a:rPr lang="en" sz="1000">
                          <a:solidFill>
                            <a:schemeClr val="dk1"/>
                          </a:solidFill>
                        </a:rPr>
                        <a:t>avionics</a:t>
                      </a:r>
                      <a:endParaRPr sz="1000">
                        <a:solidFill>
                          <a:schemeClr val="dk1"/>
                        </a:solidFill>
                      </a:endParaRPr>
                    </a:p>
                  </a:txBody>
                  <a:tcPr marT="91425" marB="91425" marR="91425" marL="91425"/>
                </a:tc>
                <a:tc>
                  <a:txBody>
                    <a:bodyPr/>
                    <a:lstStyle/>
                    <a:p>
                      <a:pPr indent="0" lvl="0" marL="0" rtl="0" algn="l">
                        <a:spcBef>
                          <a:spcPts val="0"/>
                        </a:spcBef>
                        <a:spcAft>
                          <a:spcPts val="0"/>
                        </a:spcAft>
                        <a:buNone/>
                      </a:pPr>
                      <a:r>
                        <a:rPr lang="en" sz="1000">
                          <a:solidFill>
                            <a:schemeClr val="dk1"/>
                          </a:solidFill>
                        </a:rPr>
                        <a:t>(1) </a:t>
                      </a:r>
                      <a:r>
                        <a:rPr lang="en" sz="1000">
                          <a:solidFill>
                            <a:schemeClr val="dk1"/>
                          </a:solidFill>
                        </a:rPr>
                        <a:t>Requires </a:t>
                      </a:r>
                      <a:r>
                        <a:rPr lang="en" sz="1000">
                          <a:solidFill>
                            <a:schemeClr val="dk1"/>
                          </a:solidFill>
                        </a:rPr>
                        <a:t>physical</a:t>
                      </a:r>
                      <a:r>
                        <a:rPr lang="en" sz="1000">
                          <a:solidFill>
                            <a:schemeClr val="dk1"/>
                          </a:solidFill>
                        </a:rPr>
                        <a:t> </a:t>
                      </a:r>
                      <a:r>
                        <a:rPr lang="en" sz="1000">
                          <a:solidFill>
                            <a:schemeClr val="dk1"/>
                          </a:solidFill>
                        </a:rPr>
                        <a:t>access</a:t>
                      </a:r>
                      <a:r>
                        <a:rPr lang="en" sz="1000">
                          <a:solidFill>
                            <a:schemeClr val="dk1"/>
                          </a:solidFill>
                        </a:rPr>
                        <a:t>, custom malware, and </a:t>
                      </a:r>
                      <a:r>
                        <a:rPr lang="en" sz="1000">
                          <a:solidFill>
                            <a:schemeClr val="dk1"/>
                          </a:solidFill>
                        </a:rPr>
                        <a:t>knowledge</a:t>
                      </a:r>
                      <a:r>
                        <a:rPr lang="en" sz="1000">
                          <a:solidFill>
                            <a:schemeClr val="dk1"/>
                          </a:solidFill>
                        </a:rPr>
                        <a:t> of how </a:t>
                      </a:r>
                      <a:r>
                        <a:rPr lang="en" sz="1000">
                          <a:solidFill>
                            <a:schemeClr val="dk1"/>
                          </a:solidFill>
                        </a:rPr>
                        <a:t>receivers</a:t>
                      </a:r>
                      <a:r>
                        <a:rPr lang="en" sz="1000">
                          <a:solidFill>
                            <a:schemeClr val="dk1"/>
                          </a:solidFill>
                        </a:rPr>
                        <a:t> interpret data</a:t>
                      </a:r>
                      <a:endParaRPr sz="1000">
                        <a:solidFill>
                          <a:schemeClr val="dk1"/>
                        </a:solidFill>
                      </a:endParaRPr>
                    </a:p>
                  </a:txBody>
                  <a:tcPr marT="91425" marB="91425" marR="91425" marL="91425"/>
                </a:tc>
                <a:tc>
                  <a:txBody>
                    <a:bodyPr/>
                    <a:lstStyle/>
                    <a:p>
                      <a:pPr indent="0" lvl="0" marL="0" rtl="0" algn="l">
                        <a:spcBef>
                          <a:spcPts val="0"/>
                        </a:spcBef>
                        <a:spcAft>
                          <a:spcPts val="0"/>
                        </a:spcAft>
                        <a:buNone/>
                      </a:pPr>
                      <a:r>
                        <a:rPr lang="en" sz="1000">
                          <a:solidFill>
                            <a:schemeClr val="dk1"/>
                          </a:solidFill>
                        </a:rPr>
                        <a:t>(2) Requires </a:t>
                      </a:r>
                      <a:r>
                        <a:rPr lang="en" sz="1000">
                          <a:solidFill>
                            <a:schemeClr val="dk1"/>
                          </a:solidFill>
                        </a:rPr>
                        <a:t>physical</a:t>
                      </a:r>
                      <a:r>
                        <a:rPr lang="en" sz="1000">
                          <a:solidFill>
                            <a:schemeClr val="dk1"/>
                          </a:solidFill>
                        </a:rPr>
                        <a:t> </a:t>
                      </a:r>
                      <a:r>
                        <a:rPr lang="en" sz="1000">
                          <a:solidFill>
                            <a:schemeClr val="dk1"/>
                          </a:solidFill>
                        </a:rPr>
                        <a:t>access</a:t>
                      </a:r>
                      <a:r>
                        <a:rPr lang="en" sz="1000">
                          <a:solidFill>
                            <a:schemeClr val="dk1"/>
                          </a:solidFill>
                        </a:rPr>
                        <a:t> and custom malware</a:t>
                      </a:r>
                      <a:endParaRPr sz="1000">
                        <a:solidFill>
                          <a:schemeClr val="dk1"/>
                        </a:solidFill>
                      </a:endParaRPr>
                    </a:p>
                  </a:txBody>
                  <a:tcPr marT="91425" marB="91425" marR="91425" marL="91425"/>
                </a:tc>
              </a:tr>
              <a:tr h="518600">
                <a:tc>
                  <a:txBody>
                    <a:bodyPr/>
                    <a:lstStyle/>
                    <a:p>
                      <a:pPr indent="0" lvl="0" marL="0" rtl="0" algn="l">
                        <a:spcBef>
                          <a:spcPts val="0"/>
                        </a:spcBef>
                        <a:spcAft>
                          <a:spcPts val="0"/>
                        </a:spcAft>
                        <a:buNone/>
                      </a:pPr>
                      <a:r>
                        <a:rPr lang="en">
                          <a:solidFill>
                            <a:schemeClr val="dk1"/>
                          </a:solidFill>
                        </a:rPr>
                        <a:t>Affected users</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sz="1000">
                          <a:solidFill>
                            <a:schemeClr val="dk1"/>
                          </a:solidFill>
                        </a:rPr>
                        <a:t>(3) Potential for all passengers to be affected</a:t>
                      </a:r>
                      <a:endParaRPr sz="1000">
                        <a:solidFill>
                          <a:schemeClr val="dk1"/>
                        </a:solidFill>
                      </a:endParaRPr>
                    </a:p>
                  </a:txBody>
                  <a:tcPr marT="91425" marB="91425" marR="91425" marL="91425"/>
                </a:tc>
                <a:tc>
                  <a:txBody>
                    <a:bodyPr/>
                    <a:lstStyle/>
                    <a:p>
                      <a:pPr indent="0" lvl="0" marL="0" rtl="0" algn="l">
                        <a:spcBef>
                          <a:spcPts val="0"/>
                        </a:spcBef>
                        <a:spcAft>
                          <a:spcPts val="0"/>
                        </a:spcAft>
                        <a:buNone/>
                      </a:pPr>
                      <a:r>
                        <a:rPr lang="en" sz="1000">
                          <a:solidFill>
                            <a:schemeClr val="dk1"/>
                          </a:solidFill>
                        </a:rPr>
                        <a:t>(3) </a:t>
                      </a:r>
                      <a:r>
                        <a:rPr lang="en" sz="1000">
                          <a:solidFill>
                            <a:schemeClr val="dk1"/>
                          </a:solidFill>
                        </a:rPr>
                        <a:t>Potential</a:t>
                      </a:r>
                      <a:r>
                        <a:rPr lang="en" sz="1000">
                          <a:solidFill>
                            <a:schemeClr val="dk1"/>
                          </a:solidFill>
                        </a:rPr>
                        <a:t> for all </a:t>
                      </a:r>
                      <a:r>
                        <a:rPr lang="en" sz="1000">
                          <a:solidFill>
                            <a:schemeClr val="dk1"/>
                          </a:solidFill>
                        </a:rPr>
                        <a:t>passengers</a:t>
                      </a:r>
                      <a:r>
                        <a:rPr lang="en" sz="1000">
                          <a:solidFill>
                            <a:schemeClr val="dk1"/>
                          </a:solidFill>
                        </a:rPr>
                        <a:t> to be affected</a:t>
                      </a:r>
                      <a:endParaRPr sz="1000">
                        <a:solidFill>
                          <a:schemeClr val="dk1"/>
                        </a:solidFill>
                      </a:endParaRPr>
                    </a:p>
                  </a:txBody>
                  <a:tcPr marT="91425" marB="91425" marR="91425" marL="91425"/>
                </a:tc>
                <a:tc>
                  <a:txBody>
                    <a:bodyPr/>
                    <a:lstStyle/>
                    <a:p>
                      <a:pPr indent="0" lvl="0" marL="0" rtl="0" algn="l">
                        <a:spcBef>
                          <a:spcPts val="0"/>
                        </a:spcBef>
                        <a:spcAft>
                          <a:spcPts val="0"/>
                        </a:spcAft>
                        <a:buNone/>
                      </a:pPr>
                      <a:r>
                        <a:rPr lang="en" sz="1000">
                          <a:solidFill>
                            <a:schemeClr val="dk1"/>
                          </a:solidFill>
                        </a:rPr>
                        <a:t>(3) Potential for all passengers to be affected</a:t>
                      </a:r>
                      <a:endParaRPr sz="1000"/>
                    </a:p>
                  </a:txBody>
                  <a:tcPr marT="91425" marB="91425" marR="91425" marL="91425"/>
                </a:tc>
              </a:tr>
              <a:tr h="950800">
                <a:tc>
                  <a:txBody>
                    <a:bodyPr/>
                    <a:lstStyle/>
                    <a:p>
                      <a:pPr indent="0" lvl="0" marL="0" rtl="0" algn="l">
                        <a:spcBef>
                          <a:spcPts val="0"/>
                        </a:spcBef>
                        <a:spcAft>
                          <a:spcPts val="0"/>
                        </a:spcAft>
                        <a:buNone/>
                      </a:pPr>
                      <a:r>
                        <a:rPr lang="en">
                          <a:solidFill>
                            <a:schemeClr val="dk1"/>
                          </a:solidFill>
                        </a:rPr>
                        <a:t>Discoverability</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sz="1000">
                          <a:solidFill>
                            <a:schemeClr val="dk1"/>
                          </a:solidFill>
                        </a:rPr>
                        <a:t>(3) The protocol is public, but the bus </a:t>
                      </a:r>
                      <a:r>
                        <a:rPr lang="en" sz="1000">
                          <a:solidFill>
                            <a:schemeClr val="dk1"/>
                          </a:solidFill>
                        </a:rPr>
                        <a:t>architecture</a:t>
                      </a:r>
                      <a:r>
                        <a:rPr lang="en" sz="1000">
                          <a:solidFill>
                            <a:schemeClr val="dk1"/>
                          </a:solidFill>
                        </a:rPr>
                        <a:t>, label and data specifications are not public</a:t>
                      </a:r>
                      <a:endParaRPr sz="1000">
                        <a:solidFill>
                          <a:schemeClr val="dk1"/>
                        </a:solidFill>
                      </a:endParaRPr>
                    </a:p>
                  </a:txBody>
                  <a:tcPr marT="91425" marB="91425" marR="91425" marL="91425"/>
                </a:tc>
                <a:tc>
                  <a:txBody>
                    <a:bodyPr/>
                    <a:lstStyle/>
                    <a:p>
                      <a:pPr indent="0" lvl="0" marL="0" rtl="0" algn="l">
                        <a:spcBef>
                          <a:spcPts val="0"/>
                        </a:spcBef>
                        <a:spcAft>
                          <a:spcPts val="0"/>
                        </a:spcAft>
                        <a:buNone/>
                      </a:pPr>
                      <a:r>
                        <a:rPr lang="en" sz="1000">
                          <a:solidFill>
                            <a:schemeClr val="dk1"/>
                          </a:solidFill>
                        </a:rPr>
                        <a:t>(2) </a:t>
                      </a:r>
                      <a:r>
                        <a:rPr lang="en" sz="1000">
                          <a:solidFill>
                            <a:schemeClr val="dk1"/>
                          </a:solidFill>
                        </a:rPr>
                        <a:t>Knowledge</a:t>
                      </a:r>
                      <a:r>
                        <a:rPr lang="en" sz="1000">
                          <a:solidFill>
                            <a:schemeClr val="dk1"/>
                          </a:solidFill>
                        </a:rPr>
                        <a:t> of </a:t>
                      </a:r>
                      <a:r>
                        <a:rPr lang="en" sz="1000">
                          <a:solidFill>
                            <a:schemeClr val="dk1"/>
                          </a:solidFill>
                        </a:rPr>
                        <a:t>theoretical</a:t>
                      </a:r>
                      <a:r>
                        <a:rPr lang="en" sz="1000">
                          <a:solidFill>
                            <a:schemeClr val="dk1"/>
                          </a:solidFill>
                        </a:rPr>
                        <a:t> attack is </a:t>
                      </a:r>
                      <a:r>
                        <a:rPr lang="en" sz="1000">
                          <a:solidFill>
                            <a:schemeClr val="dk1"/>
                          </a:solidFill>
                        </a:rPr>
                        <a:t>easily</a:t>
                      </a:r>
                      <a:r>
                        <a:rPr lang="en" sz="1000">
                          <a:solidFill>
                            <a:schemeClr val="dk1"/>
                          </a:solidFill>
                        </a:rPr>
                        <a:t> discoverable due to public protocol information, however label and data </a:t>
                      </a:r>
                      <a:r>
                        <a:rPr lang="en" sz="1000">
                          <a:solidFill>
                            <a:schemeClr val="dk1"/>
                          </a:solidFill>
                        </a:rPr>
                        <a:t>specifications</a:t>
                      </a:r>
                      <a:r>
                        <a:rPr lang="en" sz="1000">
                          <a:solidFill>
                            <a:schemeClr val="dk1"/>
                          </a:solidFill>
                        </a:rPr>
                        <a:t> are not public</a:t>
                      </a:r>
                      <a:endParaRPr sz="1000">
                        <a:solidFill>
                          <a:schemeClr val="dk1"/>
                        </a:solidFill>
                      </a:endParaRPr>
                    </a:p>
                  </a:txBody>
                  <a:tcPr marT="91425" marB="91425" marR="91425" marL="91425"/>
                </a:tc>
                <a:tc>
                  <a:txBody>
                    <a:bodyPr/>
                    <a:lstStyle/>
                    <a:p>
                      <a:pPr indent="0" lvl="0" marL="0" rtl="0" algn="l">
                        <a:spcBef>
                          <a:spcPts val="0"/>
                        </a:spcBef>
                        <a:spcAft>
                          <a:spcPts val="0"/>
                        </a:spcAft>
                        <a:buNone/>
                      </a:pPr>
                      <a:r>
                        <a:rPr lang="en" sz="1000">
                          <a:solidFill>
                            <a:schemeClr val="dk1"/>
                          </a:solidFill>
                        </a:rPr>
                        <a:t>(2) Knowledge of theoretical attack is easily discoverable due to public protocol information, however label and data specifications are not public</a:t>
                      </a:r>
                      <a:endParaRPr sz="1000"/>
                    </a:p>
                  </a:txBody>
                  <a:tcPr marT="91425" marB="91425" marR="91425" marL="91425"/>
                </a:tc>
              </a:tr>
              <a:tr h="374525">
                <a:tc>
                  <a:txBody>
                    <a:bodyPr/>
                    <a:lstStyle/>
                    <a:p>
                      <a:pPr indent="0" lvl="0" marL="0" rtl="0" algn="l">
                        <a:spcBef>
                          <a:spcPts val="0"/>
                        </a:spcBef>
                        <a:spcAft>
                          <a:spcPts val="0"/>
                        </a:spcAft>
                        <a:buNone/>
                      </a:pPr>
                      <a:r>
                        <a:rPr lang="en">
                          <a:solidFill>
                            <a:schemeClr val="dk1"/>
                          </a:solidFill>
                        </a:rPr>
                        <a:t>Total</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13(High)</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10 (Medium)</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13 (High)</a:t>
                      </a:r>
                      <a:endParaRPr>
                        <a:solidFill>
                          <a:schemeClr val="dk1"/>
                        </a:solidFill>
                      </a:endParaRPr>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75"/>
          <p:cNvSpPr txBox="1"/>
          <p:nvPr>
            <p:ph type="title"/>
          </p:nvPr>
        </p:nvSpPr>
        <p:spPr>
          <a:xfrm>
            <a:off x="169825" y="152213"/>
            <a:ext cx="6236700" cy="201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Spoofing Attack</a:t>
            </a:r>
            <a:endParaRPr/>
          </a:p>
        </p:txBody>
      </p:sp>
      <p:sp>
        <p:nvSpPr>
          <p:cNvPr id="608" name="Google Shape;608;p75"/>
          <p:cNvSpPr/>
          <p:nvPr>
            <p:ph idx="2" type="pic"/>
          </p:nvPr>
        </p:nvSpPr>
        <p:spPr>
          <a:xfrm>
            <a:off x="1442350" y="3492500"/>
            <a:ext cx="408900" cy="408900"/>
          </a:xfrm>
          <a:prstGeom prst="ellipse">
            <a:avLst/>
          </a:prstGeom>
        </p:spPr>
      </p:sp>
      <p:sp>
        <p:nvSpPr>
          <p:cNvPr id="609" name="Google Shape;609;p75"/>
          <p:cNvSpPr txBox="1"/>
          <p:nvPr>
            <p:ph type="title"/>
          </p:nvPr>
        </p:nvSpPr>
        <p:spPr>
          <a:xfrm>
            <a:off x="83000" y="847475"/>
            <a:ext cx="4488900" cy="2343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500"/>
              <a:t>Attack </a:t>
            </a:r>
            <a:r>
              <a:rPr lang="en" sz="1500"/>
              <a:t>Explanation </a:t>
            </a:r>
            <a:endParaRPr sz="1500"/>
          </a:p>
          <a:p>
            <a:pPr indent="0" lvl="0" marL="0" rtl="0" algn="l">
              <a:spcBef>
                <a:spcPts val="0"/>
              </a:spcBef>
              <a:spcAft>
                <a:spcPts val="0"/>
              </a:spcAft>
              <a:buNone/>
            </a:pPr>
            <a:r>
              <a:t/>
            </a:r>
            <a:endParaRPr sz="1500"/>
          </a:p>
          <a:p>
            <a:pPr indent="-304800" lvl="0" marL="457200" rtl="0" algn="l">
              <a:spcBef>
                <a:spcPts val="0"/>
              </a:spcBef>
              <a:spcAft>
                <a:spcPts val="0"/>
              </a:spcAft>
              <a:buSzPts val="1200"/>
              <a:buChar char="●"/>
            </a:pPr>
            <a:r>
              <a:rPr lang="en" sz="1200"/>
              <a:t>Diagram illustrates the normal flow of ARINC 429 communication.</a:t>
            </a:r>
            <a:endParaRPr sz="1200"/>
          </a:p>
          <a:p>
            <a:pPr indent="-304800" lvl="0" marL="457200" rtl="0" algn="l">
              <a:spcBef>
                <a:spcPts val="0"/>
              </a:spcBef>
              <a:spcAft>
                <a:spcPts val="0"/>
              </a:spcAft>
              <a:buSzPts val="1200"/>
              <a:buChar char="●"/>
            </a:pPr>
            <a:r>
              <a:t/>
            </a:r>
            <a:endParaRPr sz="1200"/>
          </a:p>
          <a:p>
            <a:pPr indent="-304800" lvl="0" marL="457200" rtl="0" algn="l">
              <a:spcBef>
                <a:spcPts val="0"/>
              </a:spcBef>
              <a:spcAft>
                <a:spcPts val="0"/>
              </a:spcAft>
              <a:buSzPts val="1200"/>
              <a:buChar char="●"/>
            </a:pPr>
            <a:r>
              <a:rPr lang="en" sz="1200"/>
              <a:t>A malicious transmitter then joins the bus and sends a message with an identical label.</a:t>
            </a:r>
            <a:endParaRPr sz="1200"/>
          </a:p>
          <a:p>
            <a:pPr indent="-304800" lvl="0" marL="457200" rtl="0" algn="l">
              <a:spcBef>
                <a:spcPts val="0"/>
              </a:spcBef>
              <a:spcAft>
                <a:spcPts val="0"/>
              </a:spcAft>
              <a:buSzPts val="1200"/>
              <a:buChar char="●"/>
            </a:pPr>
            <a:r>
              <a:t/>
            </a:r>
            <a:endParaRPr sz="1200"/>
          </a:p>
          <a:p>
            <a:pPr indent="-304800" lvl="0" marL="457200" rtl="0" algn="l">
              <a:spcBef>
                <a:spcPts val="0"/>
              </a:spcBef>
              <a:spcAft>
                <a:spcPts val="0"/>
              </a:spcAft>
              <a:buSzPts val="1200"/>
              <a:buChar char="●"/>
            </a:pPr>
            <a:r>
              <a:rPr lang="en" sz="1200"/>
              <a:t>Receiver can’t distinguish the legitimate from the malicious.</a:t>
            </a:r>
            <a:endParaRPr sz="1200"/>
          </a:p>
          <a:p>
            <a:pPr indent="-304800" lvl="0" marL="457200" rtl="0" algn="l">
              <a:spcBef>
                <a:spcPts val="0"/>
              </a:spcBef>
              <a:spcAft>
                <a:spcPts val="0"/>
              </a:spcAft>
              <a:buSzPts val="1200"/>
              <a:buChar char="●"/>
            </a:pPr>
            <a:r>
              <a:t/>
            </a:r>
            <a:endParaRPr sz="1200"/>
          </a:p>
          <a:p>
            <a:pPr indent="-304800" lvl="0" marL="457200" rtl="0" algn="l">
              <a:spcBef>
                <a:spcPts val="0"/>
              </a:spcBef>
              <a:spcAft>
                <a:spcPts val="0"/>
              </a:spcAft>
              <a:buSzPts val="1200"/>
              <a:buChar char="●"/>
            </a:pPr>
            <a:r>
              <a:rPr lang="en" sz="1200"/>
              <a:t>Accepts and processes the spoofed data, leading to a compromised system.</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500"/>
          </a:p>
          <a:p>
            <a:pPr indent="0" lvl="0" marL="0" rtl="0" algn="l">
              <a:spcBef>
                <a:spcPts val="0"/>
              </a:spcBef>
              <a:spcAft>
                <a:spcPts val="0"/>
              </a:spcAft>
              <a:buNone/>
            </a:pPr>
            <a:r>
              <a:t/>
            </a:r>
            <a:endParaRPr sz="1500"/>
          </a:p>
        </p:txBody>
      </p:sp>
      <p:sp>
        <p:nvSpPr>
          <p:cNvPr id="610" name="Google Shape;610;p75"/>
          <p:cNvSpPr txBox="1"/>
          <p:nvPr>
            <p:ph type="title"/>
          </p:nvPr>
        </p:nvSpPr>
        <p:spPr>
          <a:xfrm>
            <a:off x="5524775" y="795600"/>
            <a:ext cx="3117300" cy="2011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1500"/>
              <a:t>SysML</a:t>
            </a:r>
            <a:endParaRPr sz="1500"/>
          </a:p>
        </p:txBody>
      </p:sp>
      <p:pic>
        <p:nvPicPr>
          <p:cNvPr id="611" name="Google Shape;611;p75" title="Sequence diagram spoofing.png"/>
          <p:cNvPicPr preferRelativeResize="0"/>
          <p:nvPr/>
        </p:nvPicPr>
        <p:blipFill>
          <a:blip r:embed="rId3">
            <a:alphaModFix/>
          </a:blip>
          <a:stretch>
            <a:fillRect/>
          </a:stretch>
        </p:blipFill>
        <p:spPr>
          <a:xfrm>
            <a:off x="4572000" y="1066100"/>
            <a:ext cx="4332099" cy="37640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76"/>
          <p:cNvSpPr txBox="1"/>
          <p:nvPr>
            <p:ph type="title"/>
          </p:nvPr>
        </p:nvSpPr>
        <p:spPr>
          <a:xfrm>
            <a:off x="169825" y="152213"/>
            <a:ext cx="6236700" cy="201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Spoofing Defence</a:t>
            </a:r>
            <a:endParaRPr/>
          </a:p>
        </p:txBody>
      </p:sp>
      <p:sp>
        <p:nvSpPr>
          <p:cNvPr id="617" name="Google Shape;617;p76"/>
          <p:cNvSpPr/>
          <p:nvPr>
            <p:ph idx="2" type="pic"/>
          </p:nvPr>
        </p:nvSpPr>
        <p:spPr>
          <a:xfrm>
            <a:off x="1442350" y="3492500"/>
            <a:ext cx="408900" cy="408900"/>
          </a:xfrm>
          <a:prstGeom prst="ellipse">
            <a:avLst/>
          </a:prstGeom>
        </p:spPr>
      </p:sp>
      <p:sp>
        <p:nvSpPr>
          <p:cNvPr id="618" name="Google Shape;618;p76"/>
          <p:cNvSpPr txBox="1"/>
          <p:nvPr>
            <p:ph type="title"/>
          </p:nvPr>
        </p:nvSpPr>
        <p:spPr>
          <a:xfrm>
            <a:off x="83000" y="847475"/>
            <a:ext cx="4334400" cy="2549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500"/>
              <a:t>Defence </a:t>
            </a:r>
            <a:r>
              <a:rPr lang="en" sz="1500"/>
              <a:t>Explanation </a:t>
            </a:r>
            <a:endParaRPr sz="1500"/>
          </a:p>
          <a:p>
            <a:pPr indent="0" lvl="0" marL="0" rtl="0" algn="l">
              <a:spcBef>
                <a:spcPts val="0"/>
              </a:spcBef>
              <a:spcAft>
                <a:spcPts val="0"/>
              </a:spcAft>
              <a:buNone/>
            </a:pPr>
            <a:r>
              <a:t/>
            </a:r>
            <a:endParaRPr sz="1500"/>
          </a:p>
          <a:p>
            <a:pPr indent="-304800" lvl="0" marL="457200" rtl="0" algn="l">
              <a:spcBef>
                <a:spcPts val="0"/>
              </a:spcBef>
              <a:spcAft>
                <a:spcPts val="0"/>
              </a:spcAft>
              <a:buSzPts val="1200"/>
              <a:buChar char="●"/>
            </a:pPr>
            <a:r>
              <a:rPr lang="en" sz="1200"/>
              <a:t>Diagram illustrates proposed cryptographic authentication defense prevents the spoofing attack.</a:t>
            </a:r>
            <a:endParaRPr sz="1200"/>
          </a:p>
          <a:p>
            <a:pPr indent="-304800" lvl="0" marL="457200" rtl="0" algn="l">
              <a:spcBef>
                <a:spcPts val="0"/>
              </a:spcBef>
              <a:spcAft>
                <a:spcPts val="0"/>
              </a:spcAft>
              <a:buSzPts val="1200"/>
              <a:buChar char="●"/>
            </a:pPr>
            <a:r>
              <a:t/>
            </a:r>
            <a:endParaRPr sz="1200"/>
          </a:p>
          <a:p>
            <a:pPr indent="-304800" lvl="0" marL="457200" rtl="0" algn="l">
              <a:spcBef>
                <a:spcPts val="0"/>
              </a:spcBef>
              <a:spcAft>
                <a:spcPts val="0"/>
              </a:spcAft>
              <a:buSzPts val="1200"/>
              <a:buChar char="●"/>
            </a:pPr>
            <a:r>
              <a:rPr lang="en" sz="1200"/>
              <a:t>legitimate transmitter now generates a MAC using the shared secret key and appends it to the message.</a:t>
            </a:r>
            <a:endParaRPr sz="1200"/>
          </a:p>
          <a:p>
            <a:pPr indent="-304800" lvl="0" marL="457200" rtl="0" algn="l">
              <a:spcBef>
                <a:spcPts val="0"/>
              </a:spcBef>
              <a:spcAft>
                <a:spcPts val="0"/>
              </a:spcAft>
              <a:buSzPts val="1200"/>
              <a:buChar char="●"/>
            </a:pPr>
            <a:r>
              <a:t/>
            </a:r>
            <a:endParaRPr sz="1200"/>
          </a:p>
          <a:p>
            <a:pPr indent="-304800" lvl="0" marL="457200" rtl="0" algn="l">
              <a:spcBef>
                <a:spcPts val="0"/>
              </a:spcBef>
              <a:spcAft>
                <a:spcPts val="0"/>
              </a:spcAft>
              <a:buSzPts val="1200"/>
              <a:buChar char="●"/>
            </a:pPr>
            <a:r>
              <a:rPr lang="en" sz="1200"/>
              <a:t>Receiver validates the MAC (fake or no MAC or real) before processing the data.</a:t>
            </a:r>
            <a:endParaRPr sz="1200"/>
          </a:p>
          <a:p>
            <a:pPr indent="-304800" lvl="0" marL="457200" rtl="0" algn="l">
              <a:spcBef>
                <a:spcPts val="0"/>
              </a:spcBef>
              <a:spcAft>
                <a:spcPts val="0"/>
              </a:spcAft>
              <a:buSzPts val="1200"/>
              <a:buChar char="●"/>
            </a:pPr>
            <a:r>
              <a:t/>
            </a:r>
            <a:endParaRPr sz="1200"/>
          </a:p>
          <a:p>
            <a:pPr indent="-304800" lvl="0" marL="457200" rtl="0" algn="l">
              <a:spcBef>
                <a:spcPts val="0"/>
              </a:spcBef>
              <a:spcAft>
                <a:spcPts val="0"/>
              </a:spcAft>
              <a:buSzPts val="1200"/>
              <a:buChar char="●"/>
            </a:pPr>
            <a:r>
              <a:rPr lang="en" sz="1200"/>
              <a:t>Accepts real data, malicious data rejected, and an alert can be triggered.</a:t>
            </a:r>
            <a:endParaRPr sz="1500"/>
          </a:p>
        </p:txBody>
      </p:sp>
      <p:sp>
        <p:nvSpPr>
          <p:cNvPr id="619" name="Google Shape;619;p76"/>
          <p:cNvSpPr txBox="1"/>
          <p:nvPr>
            <p:ph type="title"/>
          </p:nvPr>
        </p:nvSpPr>
        <p:spPr>
          <a:xfrm>
            <a:off x="5524775" y="795600"/>
            <a:ext cx="3117300" cy="2011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1500"/>
              <a:t>SysML</a:t>
            </a:r>
            <a:endParaRPr sz="1500"/>
          </a:p>
        </p:txBody>
      </p:sp>
      <p:pic>
        <p:nvPicPr>
          <p:cNvPr id="620" name="Google Shape;620;p76" title="Sequence diagram defense.png"/>
          <p:cNvPicPr preferRelativeResize="0"/>
          <p:nvPr/>
        </p:nvPicPr>
        <p:blipFill>
          <a:blip r:embed="rId3">
            <a:alphaModFix/>
          </a:blip>
          <a:stretch>
            <a:fillRect/>
          </a:stretch>
        </p:blipFill>
        <p:spPr>
          <a:xfrm>
            <a:off x="4472475" y="1151175"/>
            <a:ext cx="4334423" cy="362877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77"/>
          <p:cNvSpPr txBox="1"/>
          <p:nvPr>
            <p:ph type="title"/>
          </p:nvPr>
        </p:nvSpPr>
        <p:spPr>
          <a:xfrm>
            <a:off x="1453650" y="137263"/>
            <a:ext cx="6236700" cy="2011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Spoofing Demo</a:t>
            </a:r>
            <a:endParaRPr/>
          </a:p>
        </p:txBody>
      </p:sp>
      <p:sp>
        <p:nvSpPr>
          <p:cNvPr id="626" name="Google Shape;626;p77"/>
          <p:cNvSpPr/>
          <p:nvPr>
            <p:ph idx="2" type="pic"/>
          </p:nvPr>
        </p:nvSpPr>
        <p:spPr>
          <a:xfrm>
            <a:off x="1442350" y="3492500"/>
            <a:ext cx="408900" cy="408900"/>
          </a:xfrm>
          <a:prstGeom prst="ellipse">
            <a:avLst/>
          </a:prstGeom>
        </p:spPr>
      </p:sp>
      <p:pic>
        <p:nvPicPr>
          <p:cNvPr id="627" name="Google Shape;627;p77" title="spoofing demo.mp4">
            <a:hlinkClick r:id="rId3"/>
          </p:cNvPr>
          <p:cNvPicPr preferRelativeResize="0"/>
          <p:nvPr/>
        </p:nvPicPr>
        <p:blipFill>
          <a:blip r:embed="rId4">
            <a:alphaModFix/>
          </a:blip>
          <a:stretch>
            <a:fillRect/>
          </a:stretch>
        </p:blipFill>
        <p:spPr>
          <a:xfrm>
            <a:off x="2134263" y="1066088"/>
            <a:ext cx="4781578" cy="268963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7"/>
                                        </p:tgtEl>
                                        <p:attrNameLst>
                                          <p:attrName>style.visibility</p:attrName>
                                        </p:attrNameLst>
                                      </p:cBhvr>
                                      <p:to>
                                        <p:strVal val="visible"/>
                                      </p:to>
                                    </p:set>
                                    <p:animEffect filter="fade" transition="in">
                                      <p:cBhvr>
                                        <p:cTn dur="1000"/>
                                        <p:tgtEl>
                                          <p:spTgt spid="6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78"/>
          <p:cNvSpPr txBox="1"/>
          <p:nvPr>
            <p:ph type="title"/>
          </p:nvPr>
        </p:nvSpPr>
        <p:spPr>
          <a:xfrm>
            <a:off x="169825" y="152213"/>
            <a:ext cx="6236700" cy="201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Replay Attack</a:t>
            </a:r>
            <a:endParaRPr/>
          </a:p>
        </p:txBody>
      </p:sp>
      <p:sp>
        <p:nvSpPr>
          <p:cNvPr id="633" name="Google Shape;633;p78"/>
          <p:cNvSpPr txBox="1"/>
          <p:nvPr>
            <p:ph type="title"/>
          </p:nvPr>
        </p:nvSpPr>
        <p:spPr>
          <a:xfrm>
            <a:off x="83000" y="847463"/>
            <a:ext cx="6236700" cy="201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500"/>
              <a:t>Attack Explanation</a:t>
            </a:r>
            <a:endParaRPr sz="1500"/>
          </a:p>
        </p:txBody>
      </p:sp>
      <p:sp>
        <p:nvSpPr>
          <p:cNvPr id="634" name="Google Shape;634;p78"/>
          <p:cNvSpPr txBox="1"/>
          <p:nvPr>
            <p:ph type="title"/>
          </p:nvPr>
        </p:nvSpPr>
        <p:spPr>
          <a:xfrm>
            <a:off x="5524775" y="795600"/>
            <a:ext cx="3117300" cy="2011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1500"/>
              <a:t>SysML</a:t>
            </a:r>
            <a:endParaRPr sz="1500"/>
          </a:p>
        </p:txBody>
      </p:sp>
      <p:pic>
        <p:nvPicPr>
          <p:cNvPr id="635" name="Google Shape;635;p78"/>
          <p:cNvPicPr preferRelativeResize="0"/>
          <p:nvPr/>
        </p:nvPicPr>
        <p:blipFill>
          <a:blip r:embed="rId3">
            <a:alphaModFix/>
          </a:blip>
          <a:stretch>
            <a:fillRect/>
          </a:stretch>
        </p:blipFill>
        <p:spPr>
          <a:xfrm>
            <a:off x="4761225" y="1486579"/>
            <a:ext cx="3895350" cy="2685050"/>
          </a:xfrm>
          <a:prstGeom prst="rect">
            <a:avLst/>
          </a:prstGeom>
          <a:noFill/>
          <a:ln>
            <a:noFill/>
          </a:ln>
        </p:spPr>
      </p:pic>
      <p:sp>
        <p:nvSpPr>
          <p:cNvPr id="636" name="Google Shape;636;p78"/>
          <p:cNvSpPr txBox="1"/>
          <p:nvPr>
            <p:ph type="title"/>
          </p:nvPr>
        </p:nvSpPr>
        <p:spPr>
          <a:xfrm>
            <a:off x="0" y="1274650"/>
            <a:ext cx="4488900" cy="2343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sz="1500"/>
          </a:p>
          <a:p>
            <a:pPr indent="0" lvl="0" marL="457200" rtl="0" algn="l">
              <a:spcBef>
                <a:spcPts val="0"/>
              </a:spcBef>
              <a:spcAft>
                <a:spcPts val="0"/>
              </a:spcAft>
              <a:buNone/>
            </a:pPr>
            <a:r>
              <a:rPr lang="en" sz="1200"/>
              <a:t>The Attack works by having the malicious flight </a:t>
            </a:r>
            <a:r>
              <a:rPr lang="en" sz="1200"/>
              <a:t>management</a:t>
            </a:r>
            <a:r>
              <a:rPr lang="en" sz="1200"/>
              <a:t> capture its desired replay frame, and replay it over and over again to the </a:t>
            </a:r>
            <a:r>
              <a:rPr lang="en" sz="1200"/>
              <a:t>pilot</a:t>
            </a:r>
            <a:r>
              <a:rPr lang="en" sz="1200"/>
              <a:t> interface. </a:t>
            </a:r>
            <a:endParaRPr sz="1200"/>
          </a:p>
          <a:p>
            <a:pPr indent="0" lvl="0" marL="457200" rtl="0" algn="l">
              <a:spcBef>
                <a:spcPts val="0"/>
              </a:spcBef>
              <a:spcAft>
                <a:spcPts val="0"/>
              </a:spcAft>
              <a:buNone/>
            </a:pPr>
            <a:r>
              <a:t/>
            </a:r>
            <a:endParaRPr sz="1200"/>
          </a:p>
          <a:p>
            <a:pPr indent="0" lvl="0" marL="457200" rtl="0" algn="l">
              <a:spcBef>
                <a:spcPts val="0"/>
              </a:spcBef>
              <a:spcAft>
                <a:spcPts val="0"/>
              </a:spcAft>
              <a:buNone/>
            </a:pPr>
            <a:r>
              <a:rPr lang="en" sz="1200"/>
              <a:t>Because the Pilot interface has no </a:t>
            </a:r>
            <a:r>
              <a:rPr lang="en" sz="1200"/>
              <a:t>authentication</a:t>
            </a:r>
            <a:r>
              <a:rPr lang="en" sz="1200"/>
              <a:t> step, it accepts the </a:t>
            </a:r>
            <a:r>
              <a:rPr lang="en" sz="1200"/>
              <a:t>malicious</a:t>
            </a:r>
            <a:r>
              <a:rPr lang="en" sz="1200"/>
              <a:t> frames and allows for </a:t>
            </a:r>
            <a:r>
              <a:rPr lang="en" sz="1200"/>
              <a:t>the attack to happen.</a:t>
            </a:r>
            <a:endParaRPr sz="1200"/>
          </a:p>
          <a:p>
            <a:pPr indent="0" lvl="0" marL="0" rtl="0" algn="l">
              <a:spcBef>
                <a:spcPts val="0"/>
              </a:spcBef>
              <a:spcAft>
                <a:spcPts val="0"/>
              </a:spcAft>
              <a:buNone/>
            </a:pPr>
            <a:r>
              <a:rPr lang="en" sz="1200"/>
              <a:t>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500"/>
          </a:p>
          <a:p>
            <a:pPr indent="0" lvl="0" marL="0" rtl="0" algn="l">
              <a:spcBef>
                <a:spcPts val="0"/>
              </a:spcBef>
              <a:spcAft>
                <a:spcPts val="0"/>
              </a:spcAft>
              <a:buNone/>
            </a:pPr>
            <a:r>
              <a:t/>
            </a:r>
            <a:endParaRPr sz="15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79"/>
          <p:cNvSpPr txBox="1"/>
          <p:nvPr>
            <p:ph type="title"/>
          </p:nvPr>
        </p:nvSpPr>
        <p:spPr>
          <a:xfrm>
            <a:off x="169825" y="152213"/>
            <a:ext cx="6236700" cy="201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Replay Defence</a:t>
            </a:r>
            <a:endParaRPr/>
          </a:p>
        </p:txBody>
      </p:sp>
      <p:sp>
        <p:nvSpPr>
          <p:cNvPr id="642" name="Google Shape;642;p79"/>
          <p:cNvSpPr txBox="1"/>
          <p:nvPr>
            <p:ph type="title"/>
          </p:nvPr>
        </p:nvSpPr>
        <p:spPr>
          <a:xfrm>
            <a:off x="83000" y="847463"/>
            <a:ext cx="6236700" cy="201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500"/>
              <a:t>Defence Explanation</a:t>
            </a:r>
            <a:endParaRPr sz="1500"/>
          </a:p>
        </p:txBody>
      </p:sp>
      <p:sp>
        <p:nvSpPr>
          <p:cNvPr id="643" name="Google Shape;643;p79"/>
          <p:cNvSpPr txBox="1"/>
          <p:nvPr>
            <p:ph type="title"/>
          </p:nvPr>
        </p:nvSpPr>
        <p:spPr>
          <a:xfrm>
            <a:off x="5524775" y="795600"/>
            <a:ext cx="3117300" cy="2011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1500"/>
              <a:t>SysML</a:t>
            </a:r>
            <a:endParaRPr sz="1500"/>
          </a:p>
        </p:txBody>
      </p:sp>
      <p:pic>
        <p:nvPicPr>
          <p:cNvPr id="644" name="Google Shape;644;p79"/>
          <p:cNvPicPr preferRelativeResize="0"/>
          <p:nvPr/>
        </p:nvPicPr>
        <p:blipFill>
          <a:blip r:embed="rId3">
            <a:alphaModFix/>
          </a:blip>
          <a:stretch>
            <a:fillRect/>
          </a:stretch>
        </p:blipFill>
        <p:spPr>
          <a:xfrm>
            <a:off x="5067988" y="1741979"/>
            <a:ext cx="4030887" cy="2629375"/>
          </a:xfrm>
          <a:prstGeom prst="rect">
            <a:avLst/>
          </a:prstGeom>
          <a:noFill/>
          <a:ln>
            <a:noFill/>
          </a:ln>
        </p:spPr>
      </p:pic>
      <p:sp>
        <p:nvSpPr>
          <p:cNvPr id="645" name="Google Shape;645;p79"/>
          <p:cNvSpPr txBox="1"/>
          <p:nvPr>
            <p:ph type="title"/>
          </p:nvPr>
        </p:nvSpPr>
        <p:spPr>
          <a:xfrm>
            <a:off x="0" y="1634650"/>
            <a:ext cx="4488900" cy="2343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sz="1500"/>
          </a:p>
          <a:p>
            <a:pPr indent="0" lvl="0" marL="457200" rtl="0" algn="l">
              <a:spcBef>
                <a:spcPts val="0"/>
              </a:spcBef>
              <a:spcAft>
                <a:spcPts val="0"/>
              </a:spcAft>
              <a:buNone/>
            </a:pPr>
            <a:r>
              <a:rPr lang="en" sz="1200"/>
              <a:t>Similarly</a:t>
            </a:r>
            <a:r>
              <a:rPr lang="en" sz="1200"/>
              <a:t> to the Spoofing defence a shared key is generated and to create a MAC that is validated by the </a:t>
            </a:r>
            <a:r>
              <a:rPr lang="en" sz="1200"/>
              <a:t>receiver</a:t>
            </a:r>
            <a:r>
              <a:rPr lang="en" sz="1200"/>
              <a:t> to validate the </a:t>
            </a:r>
            <a:r>
              <a:rPr lang="en" sz="1200"/>
              <a:t>authentication</a:t>
            </a:r>
            <a:r>
              <a:rPr lang="en" sz="1200"/>
              <a:t> of the user.</a:t>
            </a:r>
            <a:br>
              <a:rPr lang="en" sz="1200"/>
            </a:br>
            <a:br>
              <a:rPr lang="en" sz="1200"/>
            </a:br>
            <a:r>
              <a:rPr lang="en" sz="1200"/>
              <a:t>Additionally</a:t>
            </a:r>
            <a:r>
              <a:rPr lang="en" sz="1200"/>
              <a:t> a NONCE is created through the use of a simple counter and is appended to a new </a:t>
            </a:r>
            <a:r>
              <a:rPr lang="en" sz="1200"/>
              <a:t>field</a:t>
            </a:r>
            <a:r>
              <a:rPr lang="en" sz="1200"/>
              <a:t> in the word (making a 40 bit word)</a:t>
            </a:r>
            <a:endParaRPr sz="1200"/>
          </a:p>
          <a:p>
            <a:pPr indent="0" lvl="0" marL="457200" rtl="0" algn="l">
              <a:spcBef>
                <a:spcPts val="0"/>
              </a:spcBef>
              <a:spcAft>
                <a:spcPts val="0"/>
              </a:spcAft>
              <a:buNone/>
            </a:pPr>
            <a:r>
              <a:t/>
            </a:r>
            <a:endParaRPr sz="1200"/>
          </a:p>
          <a:p>
            <a:pPr indent="0" lvl="0" marL="457200" rtl="0" algn="l">
              <a:spcBef>
                <a:spcPts val="0"/>
              </a:spcBef>
              <a:spcAft>
                <a:spcPts val="0"/>
              </a:spcAft>
              <a:buNone/>
            </a:pPr>
            <a:r>
              <a:rPr lang="en" sz="1200"/>
              <a:t>The receiving end checks the NONCE to ensure it is not a replay attack.</a:t>
            </a:r>
            <a:br>
              <a:rPr lang="en" sz="1200"/>
            </a:br>
            <a:endParaRPr sz="1200"/>
          </a:p>
          <a:p>
            <a:pPr indent="0" lvl="0" marL="0" rtl="0" algn="l">
              <a:spcBef>
                <a:spcPts val="0"/>
              </a:spcBef>
              <a:spcAft>
                <a:spcPts val="0"/>
              </a:spcAft>
              <a:buNone/>
            </a:pPr>
            <a:r>
              <a:rPr lang="en" sz="1200"/>
              <a:t>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500"/>
          </a:p>
          <a:p>
            <a:pPr indent="0" lvl="0" marL="0" rtl="0" algn="l">
              <a:spcBef>
                <a:spcPts val="0"/>
              </a:spcBef>
              <a:spcAft>
                <a:spcPts val="0"/>
              </a:spcAft>
              <a:buNone/>
            </a:pPr>
            <a:r>
              <a:t/>
            </a:r>
            <a:endParaRPr sz="15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80"/>
          <p:cNvSpPr txBox="1"/>
          <p:nvPr>
            <p:ph type="title"/>
          </p:nvPr>
        </p:nvSpPr>
        <p:spPr>
          <a:xfrm>
            <a:off x="1453650" y="137263"/>
            <a:ext cx="6236700" cy="2011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Replay Demo</a:t>
            </a:r>
            <a:endParaRPr/>
          </a:p>
        </p:txBody>
      </p:sp>
      <p:sp>
        <p:nvSpPr>
          <p:cNvPr id="651" name="Google Shape;651;p80"/>
          <p:cNvSpPr/>
          <p:nvPr>
            <p:ph idx="2" type="pic"/>
          </p:nvPr>
        </p:nvSpPr>
        <p:spPr>
          <a:xfrm>
            <a:off x="1442350" y="3492500"/>
            <a:ext cx="408900" cy="408900"/>
          </a:xfrm>
          <a:prstGeom prst="ellipse">
            <a:avLst/>
          </a:prstGeom>
        </p:spPr>
      </p:sp>
      <p:pic>
        <p:nvPicPr>
          <p:cNvPr id="652" name="Google Shape;652;p80" title="Recording 2025-12-03 073849.mp4">
            <a:hlinkClick r:id="rId3"/>
          </p:cNvPr>
          <p:cNvPicPr preferRelativeResize="0"/>
          <p:nvPr/>
        </p:nvPicPr>
        <p:blipFill>
          <a:blip r:embed="rId4">
            <a:alphaModFix/>
          </a:blip>
          <a:stretch>
            <a:fillRect/>
          </a:stretch>
        </p:blipFill>
        <p:spPr>
          <a:xfrm>
            <a:off x="2401325" y="1251478"/>
            <a:ext cx="4341350" cy="3256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gtEl>
                                        <p:attrNameLst>
                                          <p:attrName>style.visibility</p:attrName>
                                        </p:attrNameLst>
                                      </p:cBhvr>
                                      <p:to>
                                        <p:strVal val="visible"/>
                                      </p:to>
                                    </p:set>
                                    <p:animEffect filter="fade" transition="in">
                                      <p:cBhvr>
                                        <p:cTn dur="1000"/>
                                        <p:tgtEl>
                                          <p:spTgt spid="6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81"/>
          <p:cNvSpPr txBox="1"/>
          <p:nvPr>
            <p:ph type="title"/>
          </p:nvPr>
        </p:nvSpPr>
        <p:spPr>
          <a:xfrm>
            <a:off x="169825" y="152213"/>
            <a:ext cx="6236700" cy="201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DoS Attack</a:t>
            </a:r>
            <a:endParaRPr/>
          </a:p>
        </p:txBody>
      </p:sp>
      <p:sp>
        <p:nvSpPr>
          <p:cNvPr id="658" name="Google Shape;658;p81"/>
          <p:cNvSpPr txBox="1"/>
          <p:nvPr>
            <p:ph type="title"/>
          </p:nvPr>
        </p:nvSpPr>
        <p:spPr>
          <a:xfrm>
            <a:off x="169825" y="795600"/>
            <a:ext cx="4536000" cy="3828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500"/>
              <a:t>Attack Explanation</a:t>
            </a:r>
            <a:endParaRPr sz="1500"/>
          </a:p>
          <a:p>
            <a:pPr indent="0" lvl="0" marL="0" rtl="0" algn="l">
              <a:spcBef>
                <a:spcPts val="0"/>
              </a:spcBef>
              <a:spcAft>
                <a:spcPts val="0"/>
              </a:spcAft>
              <a:buNone/>
            </a:pPr>
            <a:r>
              <a:t/>
            </a:r>
            <a:endParaRPr sz="1500"/>
          </a:p>
          <a:p>
            <a:pPr indent="0" lvl="0" marL="457200" rtl="0" algn="l">
              <a:spcBef>
                <a:spcPts val="0"/>
              </a:spcBef>
              <a:spcAft>
                <a:spcPts val="0"/>
              </a:spcAft>
              <a:buNone/>
            </a:pPr>
            <a:r>
              <a:rPr lang="en" sz="1300"/>
              <a:t>The diagram to the right shows roughly how a DoS attack would perform in an ARINC 429 databus</a:t>
            </a:r>
            <a:endParaRPr sz="1300"/>
          </a:p>
          <a:p>
            <a:pPr indent="0" lvl="0" marL="457200" rtl="0" algn="l">
              <a:spcBef>
                <a:spcPts val="0"/>
              </a:spcBef>
              <a:spcAft>
                <a:spcPts val="0"/>
              </a:spcAft>
              <a:buNone/>
            </a:pPr>
            <a:r>
              <a:t/>
            </a:r>
            <a:endParaRPr sz="1300"/>
          </a:p>
          <a:p>
            <a:pPr indent="0" lvl="0" marL="457200" rtl="0" algn="l">
              <a:spcBef>
                <a:spcPts val="0"/>
              </a:spcBef>
              <a:spcAft>
                <a:spcPts val="0"/>
              </a:spcAft>
              <a:buNone/>
            </a:pPr>
            <a:r>
              <a:rPr lang="en" sz="1300"/>
              <a:t>Firstly, the attacker would need to have physical access to the wire and have a node connecting them to the databus.</a:t>
            </a:r>
            <a:endParaRPr sz="1300"/>
          </a:p>
          <a:p>
            <a:pPr indent="0" lvl="0" marL="457200" rtl="0" algn="l">
              <a:spcBef>
                <a:spcPts val="0"/>
              </a:spcBef>
              <a:spcAft>
                <a:spcPts val="0"/>
              </a:spcAft>
              <a:buNone/>
            </a:pPr>
            <a:r>
              <a:t/>
            </a:r>
            <a:endParaRPr sz="1300"/>
          </a:p>
          <a:p>
            <a:pPr indent="0" lvl="0" marL="457200" rtl="0" algn="l">
              <a:spcBef>
                <a:spcPts val="0"/>
              </a:spcBef>
              <a:spcAft>
                <a:spcPts val="0"/>
              </a:spcAft>
              <a:buNone/>
            </a:pPr>
            <a:r>
              <a:rPr lang="en" sz="1300"/>
              <a:t>Next, the </a:t>
            </a:r>
            <a:r>
              <a:rPr lang="en" sz="1300"/>
              <a:t>malicious</a:t>
            </a:r>
            <a:r>
              <a:rPr lang="en" sz="1300"/>
              <a:t> end point would flood the data bus with packets to the point where they are unable to send data properly, which results in delayed timing and lost of data.</a:t>
            </a:r>
            <a:endParaRPr sz="1300"/>
          </a:p>
          <a:p>
            <a:pPr indent="0" lvl="0" marL="457200" rtl="0" algn="l">
              <a:spcBef>
                <a:spcPts val="0"/>
              </a:spcBef>
              <a:spcAft>
                <a:spcPts val="0"/>
              </a:spcAft>
              <a:buNone/>
            </a:pPr>
            <a:r>
              <a:t/>
            </a:r>
            <a:endParaRPr sz="1300"/>
          </a:p>
          <a:p>
            <a:pPr indent="0" lvl="0" marL="457200" rtl="0" algn="l">
              <a:spcBef>
                <a:spcPts val="0"/>
              </a:spcBef>
              <a:spcAft>
                <a:spcPts val="0"/>
              </a:spcAft>
              <a:buNone/>
            </a:pPr>
            <a:r>
              <a:rPr lang="en" sz="1300"/>
              <a:t>Then, the </a:t>
            </a:r>
            <a:r>
              <a:rPr lang="en" sz="1300"/>
              <a:t>receiver will tell the databus that the data was corrupted or uncomplete, in which the receiver will request for the databus to transmit again</a:t>
            </a:r>
            <a:endParaRPr sz="1300"/>
          </a:p>
          <a:p>
            <a:pPr indent="0" lvl="0" marL="457200" rtl="0" algn="l">
              <a:spcBef>
                <a:spcPts val="0"/>
              </a:spcBef>
              <a:spcAft>
                <a:spcPts val="0"/>
              </a:spcAft>
              <a:buNone/>
            </a:pPr>
            <a:r>
              <a:t/>
            </a:r>
            <a:endParaRPr sz="1300"/>
          </a:p>
          <a:p>
            <a:pPr indent="0" lvl="0" marL="457200" rtl="0" algn="l">
              <a:spcBef>
                <a:spcPts val="0"/>
              </a:spcBef>
              <a:spcAft>
                <a:spcPts val="0"/>
              </a:spcAft>
              <a:buNone/>
            </a:pPr>
            <a:r>
              <a:rPr lang="en" sz="1300"/>
              <a:t>Finally, the receiver will get a timeout error and will then go into revision mode to try and protect itself.</a:t>
            </a:r>
            <a:endParaRPr sz="1500"/>
          </a:p>
        </p:txBody>
      </p:sp>
      <p:sp>
        <p:nvSpPr>
          <p:cNvPr id="659" name="Google Shape;659;p81"/>
          <p:cNvSpPr txBox="1"/>
          <p:nvPr>
            <p:ph type="title"/>
          </p:nvPr>
        </p:nvSpPr>
        <p:spPr>
          <a:xfrm>
            <a:off x="5524775" y="795600"/>
            <a:ext cx="3117300" cy="2011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1500"/>
              <a:t>SysML</a:t>
            </a:r>
            <a:endParaRPr sz="1500"/>
          </a:p>
        </p:txBody>
      </p:sp>
      <p:pic>
        <p:nvPicPr>
          <p:cNvPr id="660" name="Google Shape;660;p81"/>
          <p:cNvPicPr preferRelativeResize="0"/>
          <p:nvPr/>
        </p:nvPicPr>
        <p:blipFill>
          <a:blip r:embed="rId3">
            <a:alphaModFix/>
          </a:blip>
          <a:stretch>
            <a:fillRect/>
          </a:stretch>
        </p:blipFill>
        <p:spPr>
          <a:xfrm>
            <a:off x="4748350" y="1234075"/>
            <a:ext cx="4324900" cy="344140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82"/>
          <p:cNvSpPr txBox="1"/>
          <p:nvPr>
            <p:ph type="title"/>
          </p:nvPr>
        </p:nvSpPr>
        <p:spPr>
          <a:xfrm>
            <a:off x="169825" y="152213"/>
            <a:ext cx="6236700" cy="2011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DoS Defence</a:t>
            </a:r>
            <a:endParaRPr/>
          </a:p>
        </p:txBody>
      </p:sp>
      <p:sp>
        <p:nvSpPr>
          <p:cNvPr id="666" name="Google Shape;666;p82"/>
          <p:cNvSpPr txBox="1"/>
          <p:nvPr>
            <p:ph type="title"/>
          </p:nvPr>
        </p:nvSpPr>
        <p:spPr>
          <a:xfrm>
            <a:off x="177450" y="767213"/>
            <a:ext cx="4304700" cy="3928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500"/>
              <a:t>Defence Explanation</a:t>
            </a:r>
            <a:endParaRPr sz="1500"/>
          </a:p>
          <a:p>
            <a:pPr indent="0" lvl="0" marL="0" rtl="0" algn="l">
              <a:spcBef>
                <a:spcPts val="0"/>
              </a:spcBef>
              <a:spcAft>
                <a:spcPts val="0"/>
              </a:spcAft>
              <a:buNone/>
            </a:pPr>
            <a:r>
              <a:t/>
            </a:r>
            <a:endParaRPr sz="1500"/>
          </a:p>
          <a:p>
            <a:pPr indent="0" lvl="0" marL="457200" rtl="0" algn="l">
              <a:spcBef>
                <a:spcPts val="0"/>
              </a:spcBef>
              <a:spcAft>
                <a:spcPts val="0"/>
              </a:spcAft>
              <a:buNone/>
            </a:pPr>
            <a:r>
              <a:rPr lang="en" sz="1300"/>
              <a:t>This defense differs to the ones before, where we are implementing a gateway between the data bus and the </a:t>
            </a:r>
            <a:r>
              <a:rPr lang="en" sz="1300"/>
              <a:t>receiver, which is exemplified in the diagram to the right.</a:t>
            </a:r>
            <a:br>
              <a:rPr lang="en" sz="1300"/>
            </a:br>
            <a:br>
              <a:rPr lang="en" sz="1300"/>
            </a:br>
            <a:r>
              <a:rPr lang="en" sz="1300"/>
              <a:t>First the attacker floods the data bus with packets, and instead of the data bus sending them directly to the </a:t>
            </a:r>
            <a:r>
              <a:rPr lang="en" sz="1300"/>
              <a:t>receiver</a:t>
            </a:r>
            <a:r>
              <a:rPr lang="en" sz="1300"/>
              <a:t>, they go through a gateway.</a:t>
            </a:r>
            <a:endParaRPr sz="1300"/>
          </a:p>
          <a:p>
            <a:pPr indent="0" lvl="0" marL="457200" rtl="0" algn="l">
              <a:spcBef>
                <a:spcPts val="0"/>
              </a:spcBef>
              <a:spcAft>
                <a:spcPts val="0"/>
              </a:spcAft>
              <a:buNone/>
            </a:pPr>
            <a:r>
              <a:t/>
            </a:r>
            <a:endParaRPr sz="1300"/>
          </a:p>
          <a:p>
            <a:pPr indent="0" lvl="0" marL="457200" rtl="0" algn="l">
              <a:spcBef>
                <a:spcPts val="0"/>
              </a:spcBef>
              <a:spcAft>
                <a:spcPts val="0"/>
              </a:spcAft>
              <a:buNone/>
            </a:pPr>
            <a:r>
              <a:rPr lang="en" sz="1300"/>
              <a:t>Then, this gateway enforces rate limits per transmitter and creates a buffer of packets being sent ensuring </a:t>
            </a:r>
            <a:r>
              <a:rPr lang="en" sz="1300"/>
              <a:t>timing</a:t>
            </a:r>
            <a:r>
              <a:rPr lang="en" sz="1300"/>
              <a:t> is correct.</a:t>
            </a:r>
            <a:endParaRPr sz="1300"/>
          </a:p>
          <a:p>
            <a:pPr indent="0" lvl="0" marL="457200" rtl="0" algn="l">
              <a:spcBef>
                <a:spcPts val="0"/>
              </a:spcBef>
              <a:spcAft>
                <a:spcPts val="0"/>
              </a:spcAft>
              <a:buNone/>
            </a:pPr>
            <a:r>
              <a:t/>
            </a:r>
            <a:endParaRPr sz="1300"/>
          </a:p>
          <a:p>
            <a:pPr indent="0" lvl="0" marL="457200" rtl="0" algn="l">
              <a:spcBef>
                <a:spcPts val="0"/>
              </a:spcBef>
              <a:spcAft>
                <a:spcPts val="0"/>
              </a:spcAft>
              <a:buNone/>
            </a:pPr>
            <a:r>
              <a:rPr lang="en" sz="1300"/>
              <a:t>Finally, the filtered packets are then sent from the gateway to the </a:t>
            </a:r>
            <a:r>
              <a:rPr lang="en" sz="1300"/>
              <a:t>receiver</a:t>
            </a:r>
            <a:r>
              <a:rPr lang="en" sz="1300"/>
              <a:t> and the </a:t>
            </a:r>
            <a:r>
              <a:rPr lang="en" sz="1300"/>
              <a:t>receiver</a:t>
            </a:r>
            <a:r>
              <a:rPr lang="en" sz="1300"/>
              <a:t> then processes these packets.</a:t>
            </a:r>
            <a:endParaRPr sz="1300"/>
          </a:p>
        </p:txBody>
      </p:sp>
      <p:sp>
        <p:nvSpPr>
          <p:cNvPr id="667" name="Google Shape;667;p82"/>
          <p:cNvSpPr txBox="1"/>
          <p:nvPr>
            <p:ph type="title"/>
          </p:nvPr>
        </p:nvSpPr>
        <p:spPr>
          <a:xfrm>
            <a:off x="5524775" y="795600"/>
            <a:ext cx="3117300" cy="20118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sz="1500"/>
              <a:t>SysML</a:t>
            </a:r>
            <a:endParaRPr sz="1500"/>
          </a:p>
        </p:txBody>
      </p:sp>
      <p:pic>
        <p:nvPicPr>
          <p:cNvPr id="668" name="Google Shape;668;p82"/>
          <p:cNvPicPr preferRelativeResize="0"/>
          <p:nvPr/>
        </p:nvPicPr>
        <p:blipFill>
          <a:blip r:embed="rId3">
            <a:alphaModFix/>
          </a:blip>
          <a:stretch>
            <a:fillRect/>
          </a:stretch>
        </p:blipFill>
        <p:spPr>
          <a:xfrm>
            <a:off x="4525050" y="1066100"/>
            <a:ext cx="4519749" cy="33310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83"/>
          <p:cNvSpPr txBox="1"/>
          <p:nvPr>
            <p:ph idx="3" type="subTitle"/>
          </p:nvPr>
        </p:nvSpPr>
        <p:spPr>
          <a:xfrm>
            <a:off x="4583100" y="1423875"/>
            <a:ext cx="4104000" cy="3356100"/>
          </a:xfrm>
          <a:prstGeom prst="rect">
            <a:avLst/>
          </a:prstGeom>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a:t>Challenges</a:t>
            </a:r>
            <a:endParaRPr/>
          </a:p>
          <a:p>
            <a:pPr indent="0" lvl="0" marL="0" rtl="0" algn="l">
              <a:lnSpc>
                <a:spcPct val="150000"/>
              </a:lnSpc>
              <a:spcBef>
                <a:spcPts val="0"/>
              </a:spcBef>
              <a:spcAft>
                <a:spcPts val="0"/>
              </a:spcAft>
              <a:buNone/>
            </a:pPr>
            <a:r>
              <a:t/>
            </a:r>
            <a:endParaRPr/>
          </a:p>
          <a:p>
            <a:pPr indent="-298450" lvl="0" marL="457200" rtl="0" algn="l">
              <a:lnSpc>
                <a:spcPct val="150000"/>
              </a:lnSpc>
              <a:spcBef>
                <a:spcPts val="0"/>
              </a:spcBef>
              <a:spcAft>
                <a:spcPts val="0"/>
              </a:spcAft>
              <a:buSzPts val="1100"/>
              <a:buChar char="●"/>
            </a:pPr>
            <a:r>
              <a:rPr lang="en"/>
              <a:t>Flashing the key to each system</a:t>
            </a:r>
            <a:endParaRPr/>
          </a:p>
          <a:p>
            <a:pPr indent="-298450" lvl="0" marL="457200" rtl="0" algn="l">
              <a:lnSpc>
                <a:spcPct val="150000"/>
              </a:lnSpc>
              <a:spcBef>
                <a:spcPts val="0"/>
              </a:spcBef>
              <a:spcAft>
                <a:spcPts val="0"/>
              </a:spcAft>
              <a:buSzPts val="1100"/>
              <a:buChar char="●"/>
            </a:pPr>
            <a:r>
              <a:rPr lang="en"/>
              <a:t>Checking and </a:t>
            </a:r>
            <a:r>
              <a:rPr lang="en"/>
              <a:t>monitoring everyone that have access to the bus.</a:t>
            </a:r>
            <a:endParaRPr/>
          </a:p>
          <a:p>
            <a:pPr indent="-298450" lvl="0" marL="457200" rtl="0" algn="l">
              <a:lnSpc>
                <a:spcPct val="150000"/>
              </a:lnSpc>
              <a:spcBef>
                <a:spcPts val="0"/>
              </a:spcBef>
              <a:spcAft>
                <a:spcPts val="0"/>
              </a:spcAft>
              <a:buSzPts val="1100"/>
              <a:buChar char="●"/>
            </a:pPr>
            <a:r>
              <a:rPr lang="en"/>
              <a:t>Identifying breaches during operations</a:t>
            </a:r>
            <a:endParaRPr/>
          </a:p>
          <a:p>
            <a:pPr indent="0" lvl="0" marL="457200" rtl="0" algn="l">
              <a:lnSpc>
                <a:spcPct val="150000"/>
              </a:lnSpc>
              <a:spcBef>
                <a:spcPts val="0"/>
              </a:spcBef>
              <a:spcAft>
                <a:spcPts val="0"/>
              </a:spcAft>
              <a:buNone/>
            </a:pPr>
            <a:r>
              <a:t/>
            </a:r>
            <a:endParaRPr/>
          </a:p>
          <a:p>
            <a:pPr indent="0" lvl="0" marL="0" rtl="0" algn="l">
              <a:lnSpc>
                <a:spcPct val="150000"/>
              </a:lnSpc>
              <a:spcBef>
                <a:spcPts val="0"/>
              </a:spcBef>
              <a:spcAft>
                <a:spcPts val="0"/>
              </a:spcAft>
              <a:buNone/>
            </a:pPr>
            <a:r>
              <a:t/>
            </a:r>
            <a:endParaRPr/>
          </a:p>
        </p:txBody>
      </p:sp>
      <p:sp>
        <p:nvSpPr>
          <p:cNvPr id="674" name="Google Shape;674;p83"/>
          <p:cNvSpPr txBox="1"/>
          <p:nvPr>
            <p:ph idx="15" type="subTitle"/>
          </p:nvPr>
        </p:nvSpPr>
        <p:spPr>
          <a:xfrm>
            <a:off x="361975" y="1423875"/>
            <a:ext cx="4209900" cy="3388200"/>
          </a:xfrm>
          <a:prstGeom prst="rect">
            <a:avLst/>
          </a:prstGeom>
        </p:spPr>
        <p:txBody>
          <a:bodyPr anchorCtr="0" anchor="t" bIns="0" lIns="0" spcFirstLastPara="1" rIns="0" wrap="square" tIns="0">
            <a:noAutofit/>
          </a:bodyPr>
          <a:lstStyle/>
          <a:p>
            <a:pPr indent="0" lvl="0" marL="0" rtl="0" algn="l">
              <a:lnSpc>
                <a:spcPct val="150000"/>
              </a:lnSpc>
              <a:spcBef>
                <a:spcPts val="0"/>
              </a:spcBef>
              <a:spcAft>
                <a:spcPts val="0"/>
              </a:spcAft>
              <a:buNone/>
            </a:pPr>
            <a:r>
              <a:rPr lang="en"/>
              <a:t>Recommendations</a:t>
            </a:r>
            <a:endParaRPr/>
          </a:p>
          <a:p>
            <a:pPr indent="0" lvl="0" marL="0" rtl="0" algn="l">
              <a:lnSpc>
                <a:spcPct val="150000"/>
              </a:lnSpc>
              <a:spcBef>
                <a:spcPts val="0"/>
              </a:spcBef>
              <a:spcAft>
                <a:spcPts val="0"/>
              </a:spcAft>
              <a:buNone/>
            </a:pPr>
            <a:r>
              <a:t/>
            </a:r>
            <a:endParaRPr/>
          </a:p>
          <a:p>
            <a:pPr indent="-298450" lvl="0" marL="457200" rtl="0" algn="l">
              <a:lnSpc>
                <a:spcPct val="150000"/>
              </a:lnSpc>
              <a:spcBef>
                <a:spcPts val="0"/>
              </a:spcBef>
              <a:spcAft>
                <a:spcPts val="0"/>
              </a:spcAft>
              <a:buSzPts val="1100"/>
              <a:buChar char="●"/>
            </a:pPr>
            <a:r>
              <a:rPr lang="en"/>
              <a:t>Add a MAC signature to verify authentication</a:t>
            </a:r>
            <a:endParaRPr/>
          </a:p>
          <a:p>
            <a:pPr indent="-298450" lvl="0" marL="457200" rtl="0" algn="l">
              <a:lnSpc>
                <a:spcPct val="150000"/>
              </a:lnSpc>
              <a:spcBef>
                <a:spcPts val="0"/>
              </a:spcBef>
              <a:spcAft>
                <a:spcPts val="0"/>
              </a:spcAft>
              <a:buSzPts val="1100"/>
              <a:buChar char="●"/>
            </a:pPr>
            <a:r>
              <a:rPr lang="en"/>
              <a:t>Add a NONCE to ensure there is no replay</a:t>
            </a:r>
            <a:endParaRPr/>
          </a:p>
          <a:p>
            <a:pPr indent="-298450" lvl="0" marL="457200" rtl="0" algn="l">
              <a:lnSpc>
                <a:spcPct val="150000"/>
              </a:lnSpc>
              <a:spcBef>
                <a:spcPts val="0"/>
              </a:spcBef>
              <a:spcAft>
                <a:spcPts val="0"/>
              </a:spcAft>
              <a:buSzPts val="1100"/>
              <a:buChar char="●"/>
            </a:pPr>
            <a:r>
              <a:rPr lang="en"/>
              <a:t> Actively Monitor, and ensures compliance security requirements.</a:t>
            </a:r>
            <a:endParaRPr/>
          </a:p>
          <a:p>
            <a:pPr indent="-298450" lvl="0" marL="457200" rtl="0" algn="l">
              <a:lnSpc>
                <a:spcPct val="150000"/>
              </a:lnSpc>
              <a:spcBef>
                <a:spcPts val="0"/>
              </a:spcBef>
              <a:spcAft>
                <a:spcPts val="0"/>
              </a:spcAft>
              <a:buSzPts val="1100"/>
              <a:buChar char="●"/>
            </a:pPr>
            <a:r>
              <a:rPr lang="en"/>
              <a:t>Add a gateway to drop packets that exceed the rate parameters</a:t>
            </a:r>
            <a:endParaRPr/>
          </a:p>
        </p:txBody>
      </p:sp>
      <p:sp>
        <p:nvSpPr>
          <p:cNvPr id="675" name="Google Shape;675;p83"/>
          <p:cNvSpPr txBox="1"/>
          <p:nvPr>
            <p:ph type="title"/>
          </p:nvPr>
        </p:nvSpPr>
        <p:spPr>
          <a:xfrm>
            <a:off x="1406550" y="369307"/>
            <a:ext cx="6330900" cy="5877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Conclusion &amp; Lessons </a:t>
            </a:r>
            <a:r>
              <a:rPr lang="en"/>
              <a:t>Learned</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84"/>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81" name="Google Shape;681;p8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solidFill>
                  <a:srgbClr val="000000"/>
                </a:solidFill>
                <a:latin typeface="DM Sans Light"/>
                <a:ea typeface="DM Sans Light"/>
                <a:cs typeface="DM Sans Light"/>
                <a:sym typeface="DM Sans Light"/>
              </a:rPr>
              <a:t>Team Caterpillar</a:t>
            </a:r>
            <a:endParaRPr>
              <a:solidFill>
                <a:srgbClr val="000000"/>
              </a:solidFill>
              <a:latin typeface="DM Sans Light"/>
              <a:ea typeface="DM Sans Light"/>
              <a:cs typeface="DM Sans Light"/>
              <a:sym typeface="DM Sans Light"/>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82" name="Google Shape;682;p84"/>
          <p:cNvSpPr txBox="1"/>
          <p:nvPr>
            <p:ph type="title"/>
          </p:nvPr>
        </p:nvSpPr>
        <p:spPr>
          <a:xfrm>
            <a:off x="3178350" y="261825"/>
            <a:ext cx="5622000" cy="28320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References and Questions?</a:t>
            </a:r>
            <a:endParaRPr/>
          </a:p>
          <a:p>
            <a:pPr indent="0" lvl="0" marL="0" rtl="0" algn="l">
              <a:spcBef>
                <a:spcPts val="0"/>
              </a:spcBef>
              <a:spcAft>
                <a:spcPts val="0"/>
              </a:spcAft>
              <a:buNone/>
            </a:pPr>
            <a:r>
              <a:rPr lang="en" sz="800"/>
              <a:t>[1] https://github.com/JoshuaMFrench/CYSE465-Caterpillars-Group</a:t>
            </a:r>
            <a:endParaRPr sz="800"/>
          </a:p>
          <a:p>
            <a:pPr indent="0" lvl="0" marL="0" rtl="0" algn="l">
              <a:spcBef>
                <a:spcPts val="0"/>
              </a:spcBef>
              <a:spcAft>
                <a:spcPts val="0"/>
              </a:spcAft>
              <a:buNone/>
            </a:pPr>
            <a:r>
              <a:rPr lang="en" sz="800"/>
              <a:t>[2] B. Waldmann. ARINC 429 Tutorial, v2.2. (2019). Accessed: September 12th, 2025. [Online]. Available: https://www.aim-online.com/wp-content/uploads/2019/07/aim-tutorial-oview429-190712-u.pdf</a:t>
            </a:r>
            <a:endParaRPr sz="800"/>
          </a:p>
          <a:p>
            <a:pPr indent="0" lvl="0" marL="0" rtl="0" algn="l">
              <a:spcBef>
                <a:spcPts val="0"/>
              </a:spcBef>
              <a:spcAft>
                <a:spcPts val="0"/>
              </a:spcAft>
              <a:buNone/>
            </a:pPr>
            <a:r>
              <a:rPr lang="en" sz="800"/>
              <a:t>[3] https://www.omg.org/sysml/INCOSE-OMGSysML-Tutorial-Final</a:t>
            </a:r>
            <a:endParaRPr sz="800"/>
          </a:p>
          <a:p>
            <a:pPr indent="0" lvl="0" marL="0" rtl="0" algn="l">
              <a:spcBef>
                <a:spcPts val="0"/>
              </a:spcBef>
              <a:spcAft>
                <a:spcPts val="0"/>
              </a:spcAft>
              <a:buNone/>
            </a:pPr>
            <a:r>
              <a:t/>
            </a:r>
            <a:endParaRPr sz="800"/>
          </a:p>
        </p:txBody>
      </p:sp>
      <p:sp>
        <p:nvSpPr>
          <p:cNvPr id="683" name="Google Shape;683;p84"/>
          <p:cNvSpPr/>
          <p:nvPr>
            <p:ph idx="3" type="pic"/>
          </p:nvPr>
        </p:nvSpPr>
        <p:spPr>
          <a:xfrm>
            <a:off x="361975" y="1066100"/>
            <a:ext cx="1967700" cy="1311600"/>
          </a:xfrm>
          <a:prstGeom prst="rect">
            <a:avLst/>
          </a:prstGeom>
        </p:spPr>
      </p:sp>
      <p:pic>
        <p:nvPicPr>
          <p:cNvPr descr="A modern glass office building with one open window" id="684" name="Google Shape;684;p84"/>
          <p:cNvPicPr preferRelativeResize="0"/>
          <p:nvPr>
            <p:ph idx="3" type="pic"/>
          </p:nvPr>
        </p:nvPicPr>
        <p:blipFill rotWithShape="1">
          <a:blip r:embed="rId3">
            <a:alphaModFix/>
          </a:blip>
          <a:srcRect b="0" l="0" r="10" t="0"/>
          <a:stretch/>
        </p:blipFill>
        <p:spPr>
          <a:xfrm>
            <a:off x="361975" y="1066100"/>
            <a:ext cx="1967698" cy="131160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88" name="Shape 688"/>
        <p:cNvGrpSpPr/>
        <p:nvPr/>
      </p:nvGrpSpPr>
      <p:grpSpPr>
        <a:xfrm>
          <a:off x="0" y="0"/>
          <a:ext cx="0" cy="0"/>
          <a:chOff x="0" y="0"/>
          <a:chExt cx="0" cy="0"/>
        </a:xfrm>
      </p:grpSpPr>
      <p:sp>
        <p:nvSpPr>
          <p:cNvPr id="689" name="Google Shape;689;p85"/>
          <p:cNvSpPr/>
          <p:nvPr/>
        </p:nvSpPr>
        <p:spPr>
          <a:xfrm>
            <a:off x="2286118" y="2314800"/>
            <a:ext cx="2294400" cy="2236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DM Sans"/>
              <a:ea typeface="DM Sans"/>
              <a:cs typeface="DM Sans"/>
              <a:sym typeface="DM Sans"/>
            </a:endParaRPr>
          </a:p>
        </p:txBody>
      </p:sp>
      <p:sp>
        <p:nvSpPr>
          <p:cNvPr id="690" name="Google Shape;690;p85"/>
          <p:cNvSpPr/>
          <p:nvPr/>
        </p:nvSpPr>
        <p:spPr>
          <a:xfrm>
            <a:off x="4565474" y="2314800"/>
            <a:ext cx="2294400" cy="2236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DM Sans"/>
              <a:ea typeface="DM Sans"/>
              <a:cs typeface="DM Sans"/>
              <a:sym typeface="DM Sans"/>
            </a:endParaRPr>
          </a:p>
        </p:txBody>
      </p:sp>
      <p:sp>
        <p:nvSpPr>
          <p:cNvPr id="691" name="Google Shape;691;p85"/>
          <p:cNvSpPr/>
          <p:nvPr/>
        </p:nvSpPr>
        <p:spPr>
          <a:xfrm>
            <a:off x="50" y="2314800"/>
            <a:ext cx="2294400" cy="2236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DM Sans"/>
              <a:ea typeface="DM Sans"/>
              <a:cs typeface="DM Sans"/>
              <a:sym typeface="DM Sans"/>
            </a:endParaRPr>
          </a:p>
        </p:txBody>
      </p:sp>
      <p:sp>
        <p:nvSpPr>
          <p:cNvPr id="692" name="Google Shape;692;p85"/>
          <p:cNvSpPr/>
          <p:nvPr/>
        </p:nvSpPr>
        <p:spPr>
          <a:xfrm>
            <a:off x="6849550" y="2314800"/>
            <a:ext cx="2294400" cy="2236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DM Sans"/>
              <a:ea typeface="DM Sans"/>
              <a:cs typeface="DM Sans"/>
              <a:sym typeface="DM Sans"/>
            </a:endParaRPr>
          </a:p>
        </p:txBody>
      </p:sp>
      <p:cxnSp>
        <p:nvCxnSpPr>
          <p:cNvPr id="693" name="Google Shape;693;p85"/>
          <p:cNvCxnSpPr/>
          <p:nvPr/>
        </p:nvCxnSpPr>
        <p:spPr>
          <a:xfrm>
            <a:off x="6849550" y="2298382"/>
            <a:ext cx="0" cy="2249700"/>
          </a:xfrm>
          <a:prstGeom prst="straightConnector1">
            <a:avLst/>
          </a:prstGeom>
          <a:noFill/>
          <a:ln cap="flat" cmpd="sng" w="19050">
            <a:solidFill>
              <a:schemeClr val="lt1"/>
            </a:solidFill>
            <a:prstDash val="solid"/>
            <a:round/>
            <a:headEnd len="med" w="med" type="none"/>
            <a:tailEnd len="med" w="med" type="none"/>
          </a:ln>
        </p:spPr>
      </p:cxnSp>
      <p:cxnSp>
        <p:nvCxnSpPr>
          <p:cNvPr id="694" name="Google Shape;694;p85"/>
          <p:cNvCxnSpPr/>
          <p:nvPr/>
        </p:nvCxnSpPr>
        <p:spPr>
          <a:xfrm>
            <a:off x="4565474" y="2298382"/>
            <a:ext cx="0" cy="2249700"/>
          </a:xfrm>
          <a:prstGeom prst="straightConnector1">
            <a:avLst/>
          </a:prstGeom>
          <a:noFill/>
          <a:ln cap="flat" cmpd="sng" w="19050">
            <a:solidFill>
              <a:schemeClr val="lt1"/>
            </a:solidFill>
            <a:prstDash val="solid"/>
            <a:round/>
            <a:headEnd len="med" w="med" type="none"/>
            <a:tailEnd len="med" w="med" type="none"/>
          </a:ln>
        </p:spPr>
      </p:cxnSp>
      <p:cxnSp>
        <p:nvCxnSpPr>
          <p:cNvPr id="695" name="Google Shape;695;p85"/>
          <p:cNvCxnSpPr/>
          <p:nvPr/>
        </p:nvCxnSpPr>
        <p:spPr>
          <a:xfrm>
            <a:off x="2286118" y="2298382"/>
            <a:ext cx="0" cy="2249700"/>
          </a:xfrm>
          <a:prstGeom prst="straightConnector1">
            <a:avLst/>
          </a:prstGeom>
          <a:noFill/>
          <a:ln cap="flat" cmpd="sng" w="19050">
            <a:solidFill>
              <a:schemeClr val="lt1"/>
            </a:solidFill>
            <a:prstDash val="solid"/>
            <a:round/>
            <a:headEnd len="med" w="med" type="none"/>
            <a:tailEnd len="med" w="med" type="none"/>
          </a:ln>
        </p:spPr>
      </p:cxnSp>
      <p:sp>
        <p:nvSpPr>
          <p:cNvPr id="696" name="Google Shape;696;p85"/>
          <p:cNvSpPr txBox="1"/>
          <p:nvPr>
            <p:ph idx="5" type="body"/>
          </p:nvPr>
        </p:nvSpPr>
        <p:spPr>
          <a:xfrm>
            <a:off x="4615513" y="2878425"/>
            <a:ext cx="2184000" cy="1089600"/>
          </a:xfrm>
          <a:prstGeom prst="rect">
            <a:avLst/>
          </a:prstGeom>
        </p:spPr>
        <p:txBody>
          <a:bodyPr anchorCtr="0" anchor="t" bIns="0" lIns="0" spcFirstLastPara="1" rIns="0" wrap="square" tIns="0">
            <a:noAutofit/>
          </a:bodyPr>
          <a:lstStyle/>
          <a:p>
            <a:pPr indent="-279400" lvl="0" marL="457200" rtl="0" algn="l">
              <a:spcBef>
                <a:spcPts val="0"/>
              </a:spcBef>
              <a:spcAft>
                <a:spcPts val="0"/>
              </a:spcAft>
              <a:buSzPts val="800"/>
              <a:buChar char="●"/>
            </a:pPr>
            <a:r>
              <a:rPr lang="en" sz="800"/>
              <a:t>Initial case study for the proposal with team</a:t>
            </a:r>
            <a:endParaRPr sz="800"/>
          </a:p>
          <a:p>
            <a:pPr indent="-279400" lvl="0" marL="457200" rtl="0" algn="l">
              <a:spcBef>
                <a:spcPts val="0"/>
              </a:spcBef>
              <a:spcAft>
                <a:spcPts val="0"/>
              </a:spcAft>
              <a:buSzPts val="800"/>
              <a:buChar char="●"/>
            </a:pPr>
            <a:r>
              <a:rPr lang="en" sz="800"/>
              <a:t>DoS Attack</a:t>
            </a:r>
            <a:endParaRPr sz="800"/>
          </a:p>
          <a:p>
            <a:pPr indent="-279400" lvl="0" marL="457200" rtl="0" algn="l">
              <a:spcBef>
                <a:spcPts val="0"/>
              </a:spcBef>
              <a:spcAft>
                <a:spcPts val="0"/>
              </a:spcAft>
              <a:buSzPts val="800"/>
              <a:buChar char="●"/>
            </a:pPr>
            <a:r>
              <a:rPr lang="en" sz="800"/>
              <a:t>Dos Defense</a:t>
            </a:r>
            <a:endParaRPr sz="800"/>
          </a:p>
          <a:p>
            <a:pPr indent="-279400" lvl="0" marL="457200" rtl="0" algn="l">
              <a:spcBef>
                <a:spcPts val="0"/>
              </a:spcBef>
              <a:spcAft>
                <a:spcPts val="0"/>
              </a:spcAft>
              <a:buSzPts val="800"/>
              <a:buChar char="●"/>
            </a:pPr>
            <a:r>
              <a:rPr lang="en" sz="800"/>
              <a:t>Dos SysML</a:t>
            </a:r>
            <a:endParaRPr sz="800"/>
          </a:p>
          <a:p>
            <a:pPr indent="-279400" lvl="0" marL="457200" rtl="0" algn="l">
              <a:spcBef>
                <a:spcPts val="0"/>
              </a:spcBef>
              <a:spcAft>
                <a:spcPts val="0"/>
              </a:spcAft>
              <a:buSzPts val="800"/>
              <a:buChar char="●"/>
            </a:pPr>
            <a:r>
              <a:rPr lang="en" sz="800"/>
              <a:t>Final Report</a:t>
            </a:r>
            <a:endParaRPr sz="800"/>
          </a:p>
        </p:txBody>
      </p:sp>
      <p:sp>
        <p:nvSpPr>
          <p:cNvPr id="697" name="Google Shape;697;p85"/>
          <p:cNvSpPr txBox="1"/>
          <p:nvPr>
            <p:ph idx="12" type="sldNum"/>
          </p:nvPr>
        </p:nvSpPr>
        <p:spPr>
          <a:xfrm>
            <a:off x="8227975" y="217725"/>
            <a:ext cx="548700" cy="234000"/>
          </a:xfrm>
          <a:prstGeom prst="rect">
            <a:avLst/>
          </a:prstGeom>
        </p:spPr>
        <p:txBody>
          <a:bodyPr anchorCtr="0" anchor="ctr" bIns="91425" lIns="0" spcFirstLastPara="1" rIns="0"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98" name="Google Shape;698;p8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latin typeface="DM Sans Light"/>
                <a:ea typeface="DM Sans Light"/>
                <a:cs typeface="DM Sans Light"/>
                <a:sym typeface="DM Sans Light"/>
              </a:rPr>
              <a:t>Team Caterpillar</a:t>
            </a:r>
            <a:endParaRPr>
              <a:latin typeface="DM Sans Light"/>
              <a:ea typeface="DM Sans Light"/>
              <a:cs typeface="DM Sans Light"/>
              <a:sym typeface="DM Sans Light"/>
            </a:endParaRPr>
          </a:p>
          <a:p>
            <a:pPr indent="0" lvl="0" marL="0" rtl="0" algn="l">
              <a:spcBef>
                <a:spcPts val="0"/>
              </a:spcBef>
              <a:spcAft>
                <a:spcPts val="0"/>
              </a:spcAft>
              <a:buNone/>
            </a:pPr>
            <a:r>
              <a:t/>
            </a:r>
            <a:endParaRPr/>
          </a:p>
        </p:txBody>
      </p:sp>
      <p:sp>
        <p:nvSpPr>
          <p:cNvPr id="699" name="Google Shape;699;p85"/>
          <p:cNvSpPr txBox="1"/>
          <p:nvPr>
            <p:ph idx="8" type="body"/>
          </p:nvPr>
        </p:nvSpPr>
        <p:spPr>
          <a:xfrm>
            <a:off x="2247275" y="2823325"/>
            <a:ext cx="2372100" cy="1089600"/>
          </a:xfrm>
          <a:prstGeom prst="rect">
            <a:avLst/>
          </a:prstGeom>
        </p:spPr>
        <p:txBody>
          <a:bodyPr anchorCtr="0" anchor="t" bIns="0" lIns="0" spcFirstLastPara="1" rIns="0" wrap="square" tIns="0">
            <a:noAutofit/>
          </a:bodyPr>
          <a:lstStyle/>
          <a:p>
            <a:pPr indent="-279400" lvl="0" marL="457200" rtl="0" algn="l">
              <a:spcBef>
                <a:spcPts val="0"/>
              </a:spcBef>
              <a:spcAft>
                <a:spcPts val="0"/>
              </a:spcAft>
              <a:buSzPts val="800"/>
              <a:buChar char="●"/>
            </a:pPr>
            <a:r>
              <a:rPr lang="en" sz="800"/>
              <a:t>Initial case study </a:t>
            </a:r>
            <a:r>
              <a:rPr lang="en" sz="800"/>
              <a:t>for</a:t>
            </a:r>
            <a:r>
              <a:rPr lang="en" sz="800"/>
              <a:t> the proposal with team. </a:t>
            </a:r>
            <a:endParaRPr sz="800"/>
          </a:p>
          <a:p>
            <a:pPr indent="-279400" lvl="0" marL="457200" rtl="0" algn="l">
              <a:spcBef>
                <a:spcPts val="0"/>
              </a:spcBef>
              <a:spcAft>
                <a:spcPts val="0"/>
              </a:spcAft>
              <a:buSzPts val="800"/>
              <a:buChar char="●"/>
            </a:pPr>
            <a:r>
              <a:rPr lang="en" sz="800"/>
              <a:t>System </a:t>
            </a:r>
            <a:r>
              <a:rPr lang="en" sz="800"/>
              <a:t>Architecture</a:t>
            </a:r>
            <a:r>
              <a:rPr lang="en" sz="800"/>
              <a:t> (Sysml model).  </a:t>
            </a:r>
            <a:endParaRPr sz="800"/>
          </a:p>
          <a:p>
            <a:pPr indent="-292100" lvl="0" marL="457200" rtl="0" algn="l">
              <a:spcBef>
                <a:spcPts val="0"/>
              </a:spcBef>
              <a:spcAft>
                <a:spcPts val="0"/>
              </a:spcAft>
              <a:buSzPts val="1000"/>
              <a:buChar char="●"/>
            </a:pPr>
            <a:r>
              <a:rPr lang="en" sz="800"/>
              <a:t>Spoofing attack </a:t>
            </a:r>
            <a:endParaRPr sz="800"/>
          </a:p>
          <a:p>
            <a:pPr indent="-279400" lvl="0" marL="457200" rtl="0" algn="l">
              <a:spcBef>
                <a:spcPts val="0"/>
              </a:spcBef>
              <a:spcAft>
                <a:spcPts val="0"/>
              </a:spcAft>
              <a:buSzPts val="800"/>
              <a:buChar char="●"/>
            </a:pPr>
            <a:r>
              <a:rPr lang="en" sz="800"/>
              <a:t>Spoofing Defense</a:t>
            </a:r>
            <a:endParaRPr sz="800"/>
          </a:p>
          <a:p>
            <a:pPr indent="-279400" lvl="0" marL="457200" rtl="0" algn="l">
              <a:spcBef>
                <a:spcPts val="0"/>
              </a:spcBef>
              <a:spcAft>
                <a:spcPts val="0"/>
              </a:spcAft>
              <a:buSzPts val="800"/>
              <a:buChar char="●"/>
            </a:pPr>
            <a:r>
              <a:rPr lang="en" sz="800"/>
              <a:t>Spoofing SysML</a:t>
            </a:r>
            <a:endParaRPr sz="800"/>
          </a:p>
          <a:p>
            <a:pPr indent="-279400" lvl="0" marL="457200" rtl="0" algn="l">
              <a:spcBef>
                <a:spcPts val="0"/>
              </a:spcBef>
              <a:spcAft>
                <a:spcPts val="0"/>
              </a:spcAft>
              <a:buSzPts val="800"/>
              <a:buChar char="●"/>
            </a:pPr>
            <a:r>
              <a:rPr lang="en" sz="800"/>
              <a:t>Spoofing Demo</a:t>
            </a:r>
            <a:r>
              <a:rPr lang="en" sz="800">
                <a:latin typeface="DM Sans"/>
                <a:ea typeface="DM Sans"/>
                <a:cs typeface="DM Sans"/>
                <a:sym typeface="DM Sans"/>
              </a:rPr>
              <a:t> </a:t>
            </a:r>
            <a:endParaRPr sz="800">
              <a:latin typeface="DM Sans"/>
              <a:ea typeface="DM Sans"/>
              <a:cs typeface="DM Sans"/>
              <a:sym typeface="DM Sans"/>
            </a:endParaRPr>
          </a:p>
          <a:p>
            <a:pPr indent="-279400" lvl="0" marL="457200" rtl="0" algn="l">
              <a:spcBef>
                <a:spcPts val="0"/>
              </a:spcBef>
              <a:spcAft>
                <a:spcPts val="0"/>
              </a:spcAft>
              <a:buSzPts val="800"/>
              <a:buFont typeface="DM Sans"/>
              <a:buChar char="●"/>
            </a:pPr>
            <a:r>
              <a:rPr lang="en" sz="800">
                <a:latin typeface="DM Sans"/>
                <a:ea typeface="DM Sans"/>
                <a:cs typeface="DM Sans"/>
                <a:sym typeface="DM Sans"/>
              </a:rPr>
              <a:t>Final report</a:t>
            </a:r>
            <a:endParaRPr sz="800">
              <a:latin typeface="DM Sans"/>
              <a:ea typeface="DM Sans"/>
              <a:cs typeface="DM Sans"/>
              <a:sym typeface="DM Sans"/>
            </a:endParaRPr>
          </a:p>
        </p:txBody>
      </p:sp>
      <p:sp>
        <p:nvSpPr>
          <p:cNvPr id="700" name="Google Shape;700;p85"/>
          <p:cNvSpPr txBox="1"/>
          <p:nvPr>
            <p:ph idx="6" type="subTitle"/>
          </p:nvPr>
        </p:nvSpPr>
        <p:spPr>
          <a:xfrm>
            <a:off x="4892138" y="2586820"/>
            <a:ext cx="1645800" cy="152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Brandon</a:t>
            </a:r>
            <a:endParaRPr/>
          </a:p>
        </p:txBody>
      </p:sp>
      <p:sp>
        <p:nvSpPr>
          <p:cNvPr id="701" name="Google Shape;701;p85"/>
          <p:cNvSpPr txBox="1"/>
          <p:nvPr>
            <p:ph idx="2" type="body"/>
          </p:nvPr>
        </p:nvSpPr>
        <p:spPr>
          <a:xfrm>
            <a:off x="7130875" y="2823325"/>
            <a:ext cx="1645800" cy="1485600"/>
          </a:xfrm>
          <a:prstGeom prst="rect">
            <a:avLst/>
          </a:prstGeom>
        </p:spPr>
        <p:txBody>
          <a:bodyPr anchorCtr="0" anchor="t" bIns="0" lIns="0" spcFirstLastPara="1" rIns="0" wrap="square" tIns="0">
            <a:noAutofit/>
          </a:bodyPr>
          <a:lstStyle/>
          <a:p>
            <a:pPr indent="0" lvl="0" marL="0" rtl="0" algn="l">
              <a:spcBef>
                <a:spcPts val="0"/>
              </a:spcBef>
              <a:spcAft>
                <a:spcPts val="800"/>
              </a:spcAft>
              <a:buNone/>
            </a:pPr>
            <a:r>
              <a:rPr lang="en" sz="900"/>
              <a:t>It was “</a:t>
            </a:r>
            <a:r>
              <a:rPr lang="en" sz="900"/>
              <a:t>All hand on deck” approach for the project in the beginning. Once we figured out our attack vectors, we then split into our our sections. Josh did the replay attack, Nate did the spoofing attack, and Brandon did the DoS attack. Once that was completed, we came together to write the report and presentation</a:t>
            </a:r>
            <a:endParaRPr sz="900"/>
          </a:p>
        </p:txBody>
      </p:sp>
      <p:sp>
        <p:nvSpPr>
          <p:cNvPr id="702" name="Google Shape;702;p85"/>
          <p:cNvSpPr txBox="1"/>
          <p:nvPr>
            <p:ph idx="3" type="subTitle"/>
          </p:nvPr>
        </p:nvSpPr>
        <p:spPr>
          <a:xfrm>
            <a:off x="7130875" y="2586820"/>
            <a:ext cx="1645800" cy="152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Team Effort</a:t>
            </a:r>
            <a:endParaRPr/>
          </a:p>
        </p:txBody>
      </p:sp>
      <p:sp>
        <p:nvSpPr>
          <p:cNvPr id="703" name="Google Shape;703;p85"/>
          <p:cNvSpPr txBox="1"/>
          <p:nvPr>
            <p:ph idx="9" type="subTitle"/>
          </p:nvPr>
        </p:nvSpPr>
        <p:spPr>
          <a:xfrm>
            <a:off x="2607050" y="2586820"/>
            <a:ext cx="1645800" cy="152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Nate</a:t>
            </a:r>
            <a:endParaRPr/>
          </a:p>
        </p:txBody>
      </p:sp>
      <p:sp>
        <p:nvSpPr>
          <p:cNvPr id="704" name="Google Shape;704;p85"/>
          <p:cNvSpPr txBox="1"/>
          <p:nvPr>
            <p:ph idx="15" type="subTitle"/>
          </p:nvPr>
        </p:nvSpPr>
        <p:spPr>
          <a:xfrm>
            <a:off x="361975" y="2586820"/>
            <a:ext cx="1645800" cy="152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Josh</a:t>
            </a:r>
            <a:endParaRPr/>
          </a:p>
        </p:txBody>
      </p:sp>
      <p:sp>
        <p:nvSpPr>
          <p:cNvPr id="705" name="Google Shape;705;p85"/>
          <p:cNvSpPr txBox="1"/>
          <p:nvPr>
            <p:ph type="title"/>
          </p:nvPr>
        </p:nvSpPr>
        <p:spPr>
          <a:xfrm>
            <a:off x="1400025" y="451732"/>
            <a:ext cx="6330900" cy="5877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lang="en"/>
              <a:t>Individual </a:t>
            </a:r>
            <a:r>
              <a:rPr lang="en"/>
              <a:t>Contribution</a:t>
            </a:r>
            <a:endParaRPr/>
          </a:p>
        </p:txBody>
      </p:sp>
      <p:sp>
        <p:nvSpPr>
          <p:cNvPr id="706" name="Google Shape;706;p85"/>
          <p:cNvSpPr txBox="1"/>
          <p:nvPr>
            <p:ph idx="8" type="body"/>
          </p:nvPr>
        </p:nvSpPr>
        <p:spPr>
          <a:xfrm>
            <a:off x="55713" y="2823325"/>
            <a:ext cx="2195400" cy="680100"/>
          </a:xfrm>
          <a:prstGeom prst="rect">
            <a:avLst/>
          </a:prstGeom>
        </p:spPr>
        <p:txBody>
          <a:bodyPr anchorCtr="0" anchor="t" bIns="0" lIns="0" spcFirstLastPara="1" rIns="0" wrap="square" tIns="0">
            <a:noAutofit/>
          </a:bodyPr>
          <a:lstStyle/>
          <a:p>
            <a:pPr indent="-279400" lvl="0" marL="457200" rtl="0" algn="l">
              <a:spcBef>
                <a:spcPts val="0"/>
              </a:spcBef>
              <a:spcAft>
                <a:spcPts val="0"/>
              </a:spcAft>
              <a:buSzPts val="800"/>
              <a:buChar char="●"/>
            </a:pPr>
            <a:r>
              <a:rPr lang="en" sz="800"/>
              <a:t>Initial case study for the proposal with team</a:t>
            </a:r>
            <a:endParaRPr sz="800"/>
          </a:p>
          <a:p>
            <a:pPr indent="-292100" lvl="0" marL="457200" rtl="0" algn="l">
              <a:spcBef>
                <a:spcPts val="0"/>
              </a:spcBef>
              <a:spcAft>
                <a:spcPts val="0"/>
              </a:spcAft>
              <a:buSzPts val="1000"/>
              <a:buChar char="●"/>
            </a:pPr>
            <a:r>
              <a:rPr lang="en" sz="800"/>
              <a:t>Replay attack </a:t>
            </a:r>
            <a:endParaRPr sz="800"/>
          </a:p>
          <a:p>
            <a:pPr indent="-279400" lvl="0" marL="457200" rtl="0" algn="l">
              <a:spcBef>
                <a:spcPts val="0"/>
              </a:spcBef>
              <a:spcAft>
                <a:spcPts val="0"/>
              </a:spcAft>
              <a:buSzPts val="800"/>
              <a:buChar char="●"/>
            </a:pPr>
            <a:r>
              <a:rPr lang="en" sz="800"/>
              <a:t>Replay Defense</a:t>
            </a:r>
            <a:endParaRPr sz="800"/>
          </a:p>
          <a:p>
            <a:pPr indent="-279400" lvl="0" marL="457200" rtl="0" algn="l">
              <a:spcBef>
                <a:spcPts val="0"/>
              </a:spcBef>
              <a:spcAft>
                <a:spcPts val="0"/>
              </a:spcAft>
              <a:buSzPts val="800"/>
              <a:buChar char="●"/>
            </a:pPr>
            <a:r>
              <a:rPr lang="en" sz="800"/>
              <a:t>Replay SysML</a:t>
            </a:r>
            <a:endParaRPr sz="800"/>
          </a:p>
          <a:p>
            <a:pPr indent="-279400" lvl="0" marL="457200" rtl="0" algn="l">
              <a:spcBef>
                <a:spcPts val="0"/>
              </a:spcBef>
              <a:spcAft>
                <a:spcPts val="0"/>
              </a:spcAft>
              <a:buSzPts val="800"/>
              <a:buChar char="●"/>
            </a:pPr>
            <a:r>
              <a:rPr lang="en" sz="800"/>
              <a:t>Replay Demo</a:t>
            </a:r>
            <a:endParaRPr sz="800"/>
          </a:p>
          <a:p>
            <a:pPr indent="-279400" lvl="0" marL="457200" rtl="0" algn="l">
              <a:spcBef>
                <a:spcPts val="0"/>
              </a:spcBef>
              <a:spcAft>
                <a:spcPts val="0"/>
              </a:spcAft>
              <a:buSzPts val="800"/>
              <a:buChar char="●"/>
            </a:pPr>
            <a:r>
              <a:rPr lang="en" sz="800"/>
              <a:t>Final Report</a:t>
            </a:r>
            <a:endParaRPr sz="8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86"/>
          <p:cNvSpPr txBox="1"/>
          <p:nvPr>
            <p:ph type="title"/>
          </p:nvPr>
        </p:nvSpPr>
        <p:spPr>
          <a:xfrm>
            <a:off x="451472" y="2024100"/>
            <a:ext cx="4163100" cy="1372500"/>
          </a:xfrm>
          <a:prstGeom prst="rect">
            <a:avLst/>
          </a:prstGeom>
        </p:spPr>
        <p:txBody>
          <a:bodyPr anchorCtr="0" anchor="b" bIns="0" lIns="0" spcFirstLastPara="1" rIns="0" wrap="square" tIns="0">
            <a:noAutofit/>
          </a:bodyPr>
          <a:lstStyle/>
          <a:p>
            <a:pPr indent="0" lvl="0" marL="0" rtl="0" algn="l">
              <a:lnSpc>
                <a:spcPct val="100000"/>
              </a:lnSpc>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